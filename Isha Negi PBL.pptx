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2" r:id="rId9"/>
    <p:sldId id="261" r:id="rId10"/>
    <p:sldId id="266" r:id="rId11"/>
    <p:sldId id="267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953325-6EA5-4C3F-A1AD-5575DD6D6CC6}" v="165" dt="2026-02-15T17:14:53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 Kashyap Negi" userId="440aafb5-ea17-4138-8a90-984f4cfbf498" providerId="ADAL" clId="{D600E3D8-BBB3-493C-AB84-45BC65D7C4EC}"/>
    <pc:docChg chg="undo custSel addSld modSld">
      <pc:chgData name="Madhu Kashyap Negi" userId="440aafb5-ea17-4138-8a90-984f4cfbf498" providerId="ADAL" clId="{D600E3D8-BBB3-493C-AB84-45BC65D7C4EC}" dt="2026-02-15T17:14:35.775" v="2928" actId="113"/>
      <pc:docMkLst>
        <pc:docMk/>
      </pc:docMkLst>
      <pc:sldChg chg="modSp mod">
        <pc:chgData name="Madhu Kashyap Negi" userId="440aafb5-ea17-4138-8a90-984f4cfbf498" providerId="ADAL" clId="{D600E3D8-BBB3-493C-AB84-45BC65D7C4EC}" dt="2026-02-15T17:10:49.399" v="2918" actId="20577"/>
        <pc:sldMkLst>
          <pc:docMk/>
          <pc:sldMk cId="380237416" sldId="256"/>
        </pc:sldMkLst>
        <pc:spChg chg="mod">
          <ac:chgData name="Madhu Kashyap Negi" userId="440aafb5-ea17-4138-8a90-984f4cfbf498" providerId="ADAL" clId="{D600E3D8-BBB3-493C-AB84-45BC65D7C4EC}" dt="2026-02-15T17:10:39.376" v="2914" actId="20577"/>
          <ac:spMkLst>
            <pc:docMk/>
            <pc:sldMk cId="380237416" sldId="256"/>
            <ac:spMk id="2" creationId="{874FB14B-13FD-63D0-B558-FA2B9FA1B8F9}"/>
          </ac:spMkLst>
        </pc:spChg>
        <pc:spChg chg="mod">
          <ac:chgData name="Madhu Kashyap Negi" userId="440aafb5-ea17-4138-8a90-984f4cfbf498" providerId="ADAL" clId="{D600E3D8-BBB3-493C-AB84-45BC65D7C4EC}" dt="2026-02-15T17:10:49.399" v="2918" actId="20577"/>
          <ac:spMkLst>
            <pc:docMk/>
            <pc:sldMk cId="380237416" sldId="256"/>
            <ac:spMk id="3" creationId="{33DAA6DE-3B6C-1A2F-6135-52EEA7D16507}"/>
          </ac:spMkLst>
        </pc:spChg>
        <pc:spChg chg="mod">
          <ac:chgData name="Madhu Kashyap Negi" userId="440aafb5-ea17-4138-8a90-984f4cfbf498" providerId="ADAL" clId="{D600E3D8-BBB3-493C-AB84-45BC65D7C4EC}" dt="2026-02-13T15:56:44.778" v="42" actId="108"/>
          <ac:spMkLst>
            <pc:docMk/>
            <pc:sldMk cId="380237416" sldId="256"/>
            <ac:spMk id="9" creationId="{B8466A34-BD34-5DB1-EC2B-14EE0BD5593C}"/>
          </ac:spMkLst>
        </pc:spChg>
      </pc:sldChg>
      <pc:sldChg chg="modSp mod">
        <pc:chgData name="Madhu Kashyap Negi" userId="440aafb5-ea17-4138-8a90-984f4cfbf498" providerId="ADAL" clId="{D600E3D8-BBB3-493C-AB84-45BC65D7C4EC}" dt="2026-02-15T06:38:45.675" v="2850" actId="20577"/>
        <pc:sldMkLst>
          <pc:docMk/>
          <pc:sldMk cId="4047219808" sldId="257"/>
        </pc:sldMkLst>
        <pc:spChg chg="mod">
          <ac:chgData name="Madhu Kashyap Negi" userId="440aafb5-ea17-4138-8a90-984f4cfbf498" providerId="ADAL" clId="{D600E3D8-BBB3-493C-AB84-45BC65D7C4EC}" dt="2026-02-15T06:38:45.675" v="2850" actId="20577"/>
          <ac:spMkLst>
            <pc:docMk/>
            <pc:sldMk cId="4047219808" sldId="257"/>
            <ac:spMk id="3" creationId="{8E86A8CF-2937-6FE2-6F8A-377D2DF1D643}"/>
          </ac:spMkLst>
        </pc:spChg>
      </pc:sldChg>
      <pc:sldChg chg="addSp modSp mod">
        <pc:chgData name="Madhu Kashyap Negi" userId="440aafb5-ea17-4138-8a90-984f4cfbf498" providerId="ADAL" clId="{D600E3D8-BBB3-493C-AB84-45BC65D7C4EC}" dt="2026-02-15T04:53:28.892" v="2620" actId="115"/>
        <pc:sldMkLst>
          <pc:docMk/>
          <pc:sldMk cId="2878976597" sldId="258"/>
        </pc:sldMkLst>
        <pc:spChg chg="mod">
          <ac:chgData name="Madhu Kashyap Negi" userId="440aafb5-ea17-4138-8a90-984f4cfbf498" providerId="ADAL" clId="{D600E3D8-BBB3-493C-AB84-45BC65D7C4EC}" dt="2026-02-15T04:51:32.597" v="2619" actId="1035"/>
          <ac:spMkLst>
            <pc:docMk/>
            <pc:sldMk cId="2878976597" sldId="258"/>
            <ac:spMk id="2" creationId="{6F25A96B-B72E-0C72-F61B-C99183D10D26}"/>
          </ac:spMkLst>
        </pc:spChg>
        <pc:spChg chg="mod">
          <ac:chgData name="Madhu Kashyap Negi" userId="440aafb5-ea17-4138-8a90-984f4cfbf498" providerId="ADAL" clId="{D600E3D8-BBB3-493C-AB84-45BC65D7C4EC}" dt="2026-02-15T04:53:28.892" v="2620" actId="115"/>
          <ac:spMkLst>
            <pc:docMk/>
            <pc:sldMk cId="2878976597" sldId="258"/>
            <ac:spMk id="3" creationId="{E031CBD1-1236-BD10-F9B4-E2675BA38ED1}"/>
          </ac:spMkLst>
        </pc:spChg>
        <pc:graphicFrameChg chg="add mod modGraphic">
          <ac:chgData name="Madhu Kashyap Negi" userId="440aafb5-ea17-4138-8a90-984f4cfbf498" providerId="ADAL" clId="{D600E3D8-BBB3-493C-AB84-45BC65D7C4EC}" dt="2026-02-13T19:19:33.624" v="601"/>
          <ac:graphicFrameMkLst>
            <pc:docMk/>
            <pc:sldMk cId="2878976597" sldId="258"/>
            <ac:graphicFrameMk id="4" creationId="{EA50660E-FFA6-3487-EB23-B425C2800900}"/>
          </ac:graphicFrameMkLst>
        </pc:graphicFrameChg>
      </pc:sldChg>
      <pc:sldChg chg="addSp delSp modSp mod modNotesTx">
        <pc:chgData name="Madhu Kashyap Negi" userId="440aafb5-ea17-4138-8a90-984f4cfbf498" providerId="ADAL" clId="{D600E3D8-BBB3-493C-AB84-45BC65D7C4EC}" dt="2026-02-15T17:11:20.010" v="2919" actId="6549"/>
        <pc:sldMkLst>
          <pc:docMk/>
          <pc:sldMk cId="310308161" sldId="259"/>
        </pc:sldMkLst>
        <pc:spChg chg="mod">
          <ac:chgData name="Madhu Kashyap Negi" userId="440aafb5-ea17-4138-8a90-984f4cfbf498" providerId="ADAL" clId="{D600E3D8-BBB3-493C-AB84-45BC65D7C4EC}" dt="2026-02-15T17:11:20.010" v="2919" actId="6549"/>
          <ac:spMkLst>
            <pc:docMk/>
            <pc:sldMk cId="310308161" sldId="259"/>
            <ac:spMk id="3" creationId="{7485F665-7E3B-0A75-0EE5-8FA0D35D261D}"/>
          </ac:spMkLst>
        </pc:spChg>
        <pc:spChg chg="add del">
          <ac:chgData name="Madhu Kashyap Negi" userId="440aafb5-ea17-4138-8a90-984f4cfbf498" providerId="ADAL" clId="{D600E3D8-BBB3-493C-AB84-45BC65D7C4EC}" dt="2026-02-15T04:54:03.147" v="2621" actId="478"/>
          <ac:spMkLst>
            <pc:docMk/>
            <pc:sldMk cId="310308161" sldId="259"/>
            <ac:spMk id="4" creationId="{5A79667B-0F7A-C11F-267B-450EACF7062C}"/>
          </ac:spMkLst>
        </pc:spChg>
      </pc:sldChg>
      <pc:sldChg chg="addSp modSp mod">
        <pc:chgData name="Madhu Kashyap Negi" userId="440aafb5-ea17-4138-8a90-984f4cfbf498" providerId="ADAL" clId="{D600E3D8-BBB3-493C-AB84-45BC65D7C4EC}" dt="2026-02-15T17:11:36.154" v="2920" actId="6549"/>
        <pc:sldMkLst>
          <pc:docMk/>
          <pc:sldMk cId="2374707807" sldId="260"/>
        </pc:sldMkLst>
        <pc:spChg chg="mod">
          <ac:chgData name="Madhu Kashyap Negi" userId="440aafb5-ea17-4138-8a90-984f4cfbf498" providerId="ADAL" clId="{D600E3D8-BBB3-493C-AB84-45BC65D7C4EC}" dt="2026-02-15T17:11:36.154" v="2920" actId="6549"/>
          <ac:spMkLst>
            <pc:docMk/>
            <pc:sldMk cId="2374707807" sldId="260"/>
            <ac:spMk id="3" creationId="{CB024CC5-00AF-876C-F7CA-146754384CB0}"/>
          </ac:spMkLst>
        </pc:spChg>
      </pc:sldChg>
      <pc:sldChg chg="addSp delSp modSp mod">
        <pc:chgData name="Madhu Kashyap Negi" userId="440aafb5-ea17-4138-8a90-984f4cfbf498" providerId="ADAL" clId="{D600E3D8-BBB3-493C-AB84-45BC65D7C4EC}" dt="2026-02-15T17:11:42.537" v="2921" actId="6549"/>
        <pc:sldMkLst>
          <pc:docMk/>
          <pc:sldMk cId="3547097812" sldId="262"/>
        </pc:sldMkLst>
        <pc:spChg chg="mod">
          <ac:chgData name="Madhu Kashyap Negi" userId="440aafb5-ea17-4138-8a90-984f4cfbf498" providerId="ADAL" clId="{D600E3D8-BBB3-493C-AB84-45BC65D7C4EC}" dt="2026-02-14T12:35:53.093" v="1910" actId="1035"/>
          <ac:spMkLst>
            <pc:docMk/>
            <pc:sldMk cId="3547097812" sldId="262"/>
            <ac:spMk id="2" creationId="{DAC66CBD-FC59-BE59-2070-B5315E2C8921}"/>
          </ac:spMkLst>
        </pc:spChg>
        <pc:spChg chg="mod">
          <ac:chgData name="Madhu Kashyap Negi" userId="440aafb5-ea17-4138-8a90-984f4cfbf498" providerId="ADAL" clId="{D600E3D8-BBB3-493C-AB84-45BC65D7C4EC}" dt="2026-02-15T17:11:42.537" v="2921" actId="6549"/>
          <ac:spMkLst>
            <pc:docMk/>
            <pc:sldMk cId="3547097812" sldId="262"/>
            <ac:spMk id="3" creationId="{CE3E25AA-71BA-D0F6-3993-32491BD06DD7}"/>
          </ac:spMkLst>
        </pc:spChg>
        <pc:spChg chg="add">
          <ac:chgData name="Madhu Kashyap Negi" userId="440aafb5-ea17-4138-8a90-984f4cfbf498" providerId="ADAL" clId="{D600E3D8-BBB3-493C-AB84-45BC65D7C4EC}" dt="2026-02-14T11:52:36.651" v="1406"/>
          <ac:spMkLst>
            <pc:docMk/>
            <pc:sldMk cId="3547097812" sldId="262"/>
            <ac:spMk id="4" creationId="{E5E7B622-6E5B-E046-6CFE-A81D5EAE015F}"/>
          </ac:spMkLst>
        </pc:spChg>
        <pc:spChg chg="add">
          <ac:chgData name="Madhu Kashyap Negi" userId="440aafb5-ea17-4138-8a90-984f4cfbf498" providerId="ADAL" clId="{D600E3D8-BBB3-493C-AB84-45BC65D7C4EC}" dt="2026-02-14T11:52:56.064" v="1408"/>
          <ac:spMkLst>
            <pc:docMk/>
            <pc:sldMk cId="3547097812" sldId="262"/>
            <ac:spMk id="5" creationId="{F5ECDFD0-1982-0210-0C5E-669D7413BEFD}"/>
          </ac:spMkLst>
        </pc:spChg>
        <pc:spChg chg="add">
          <ac:chgData name="Madhu Kashyap Negi" userId="440aafb5-ea17-4138-8a90-984f4cfbf498" providerId="ADAL" clId="{D600E3D8-BBB3-493C-AB84-45BC65D7C4EC}" dt="2026-02-14T11:53:28.121" v="1415"/>
          <ac:spMkLst>
            <pc:docMk/>
            <pc:sldMk cId="3547097812" sldId="262"/>
            <ac:spMk id="6" creationId="{3BF2E372-FC6E-1B3A-2451-5C72246080D9}"/>
          </ac:spMkLst>
        </pc:spChg>
        <pc:spChg chg="add del mod">
          <ac:chgData name="Madhu Kashyap Negi" userId="440aafb5-ea17-4138-8a90-984f4cfbf498" providerId="ADAL" clId="{D600E3D8-BBB3-493C-AB84-45BC65D7C4EC}" dt="2026-02-14T12:15:37.160" v="1661" actId="478"/>
          <ac:spMkLst>
            <pc:docMk/>
            <pc:sldMk cId="3547097812" sldId="262"/>
            <ac:spMk id="7" creationId="{A10BE357-01C8-4641-FC25-DD5267A842AE}"/>
          </ac:spMkLst>
        </pc:spChg>
        <pc:spChg chg="add">
          <ac:chgData name="Madhu Kashyap Negi" userId="440aafb5-ea17-4138-8a90-984f4cfbf498" providerId="ADAL" clId="{D600E3D8-BBB3-493C-AB84-45BC65D7C4EC}" dt="2026-02-14T12:31:28.402" v="1763"/>
          <ac:spMkLst>
            <pc:docMk/>
            <pc:sldMk cId="3547097812" sldId="262"/>
            <ac:spMk id="8" creationId="{4497EB5C-9BD3-818D-DE5B-382A3821BE40}"/>
          </ac:spMkLst>
        </pc:spChg>
        <pc:spChg chg="add mod">
          <ac:chgData name="Madhu Kashyap Negi" userId="440aafb5-ea17-4138-8a90-984f4cfbf498" providerId="ADAL" clId="{D600E3D8-BBB3-493C-AB84-45BC65D7C4EC}" dt="2026-02-14T12:32:03.470" v="1776"/>
          <ac:spMkLst>
            <pc:docMk/>
            <pc:sldMk cId="3547097812" sldId="262"/>
            <ac:spMk id="9" creationId="{F565AC09-5383-17AC-B07D-2280B0CADC4F}"/>
          </ac:spMkLst>
        </pc:spChg>
        <pc:spChg chg="add mod">
          <ac:chgData name="Madhu Kashyap Negi" userId="440aafb5-ea17-4138-8a90-984f4cfbf498" providerId="ADAL" clId="{D600E3D8-BBB3-493C-AB84-45BC65D7C4EC}" dt="2026-02-14T12:32:01.381" v="1774"/>
          <ac:spMkLst>
            <pc:docMk/>
            <pc:sldMk cId="3547097812" sldId="262"/>
            <ac:spMk id="10" creationId="{80D3A099-882A-DCFA-9F61-822B9D2B289E}"/>
          </ac:spMkLst>
        </pc:spChg>
      </pc:sldChg>
      <pc:sldChg chg="modSp mod">
        <pc:chgData name="Madhu Kashyap Negi" userId="440aafb5-ea17-4138-8a90-984f4cfbf498" providerId="ADAL" clId="{D600E3D8-BBB3-493C-AB84-45BC65D7C4EC}" dt="2026-02-15T17:14:35.775" v="2928" actId="113"/>
        <pc:sldMkLst>
          <pc:docMk/>
          <pc:sldMk cId="2724917500" sldId="263"/>
        </pc:sldMkLst>
        <pc:spChg chg="mod">
          <ac:chgData name="Madhu Kashyap Negi" userId="440aafb5-ea17-4138-8a90-984f4cfbf498" providerId="ADAL" clId="{D600E3D8-BBB3-493C-AB84-45BC65D7C4EC}" dt="2026-02-15T17:14:35.775" v="2928" actId="113"/>
          <ac:spMkLst>
            <pc:docMk/>
            <pc:sldMk cId="2724917500" sldId="263"/>
            <ac:spMk id="3" creationId="{A6188C38-4C0A-7C78-2FF6-39EB62252E81}"/>
          </ac:spMkLst>
        </pc:spChg>
      </pc:sldChg>
      <pc:sldChg chg="modSp mod">
        <pc:chgData name="Madhu Kashyap Negi" userId="440aafb5-ea17-4138-8a90-984f4cfbf498" providerId="ADAL" clId="{D600E3D8-BBB3-493C-AB84-45BC65D7C4EC}" dt="2026-02-14T11:42:05.447" v="1405" actId="20577"/>
        <pc:sldMkLst>
          <pc:docMk/>
          <pc:sldMk cId="2154956931" sldId="267"/>
        </pc:sldMkLst>
        <pc:spChg chg="mod">
          <ac:chgData name="Madhu Kashyap Negi" userId="440aafb5-ea17-4138-8a90-984f4cfbf498" providerId="ADAL" clId="{D600E3D8-BBB3-493C-AB84-45BC65D7C4EC}" dt="2026-02-14T11:42:05.447" v="1405" actId="20577"/>
          <ac:spMkLst>
            <pc:docMk/>
            <pc:sldMk cId="2154956931" sldId="267"/>
            <ac:spMk id="3" creationId="{996084D1-BF8A-599C-4DEE-5FD15C78EC1C}"/>
          </ac:spMkLst>
        </pc:spChg>
      </pc:sldChg>
      <pc:sldChg chg="modSp add mod">
        <pc:chgData name="Madhu Kashyap Negi" userId="440aafb5-ea17-4138-8a90-984f4cfbf498" providerId="ADAL" clId="{D600E3D8-BBB3-493C-AB84-45BC65D7C4EC}" dt="2026-02-15T04:13:39.099" v="2280" actId="20577"/>
        <pc:sldMkLst>
          <pc:docMk/>
          <pc:sldMk cId="2532861655" sldId="268"/>
        </pc:sldMkLst>
        <pc:spChg chg="mod">
          <ac:chgData name="Madhu Kashyap Negi" userId="440aafb5-ea17-4138-8a90-984f4cfbf498" providerId="ADAL" clId="{D600E3D8-BBB3-493C-AB84-45BC65D7C4EC}" dt="2026-02-14T11:57:37.484" v="1443" actId="20577"/>
          <ac:spMkLst>
            <pc:docMk/>
            <pc:sldMk cId="2532861655" sldId="268"/>
            <ac:spMk id="2" creationId="{CDB1B3E6-B7D1-D2AA-7540-CF9D7456EA5D}"/>
          </ac:spMkLst>
        </pc:spChg>
        <pc:spChg chg="mod">
          <ac:chgData name="Madhu Kashyap Negi" userId="440aafb5-ea17-4138-8a90-984f4cfbf498" providerId="ADAL" clId="{D600E3D8-BBB3-493C-AB84-45BC65D7C4EC}" dt="2026-02-15T04:13:39.099" v="2280" actId="20577"/>
          <ac:spMkLst>
            <pc:docMk/>
            <pc:sldMk cId="2532861655" sldId="268"/>
            <ac:spMk id="3" creationId="{6A129DF4-34EC-AB07-BB3B-B47305495620}"/>
          </ac:spMkLst>
        </pc:spChg>
      </pc:sldChg>
      <pc:sldChg chg="add">
        <pc:chgData name="Madhu Kashyap Negi" userId="440aafb5-ea17-4138-8a90-984f4cfbf498" providerId="ADAL" clId="{D600E3D8-BBB3-493C-AB84-45BC65D7C4EC}" dt="2026-02-13T19:49:22.832" v="1187" actId="2890"/>
        <pc:sldMkLst>
          <pc:docMk/>
          <pc:sldMk cId="1731705702" sldId="26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6606E0-9D51-4C95-B5B3-437E32EE1C56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286965-1C38-4011-87A2-F3BA92C43D75}">
      <dgm:prSet phldrT="[Text]" phldr="0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Population</a:t>
          </a:r>
        </a:p>
      </dgm:t>
    </dgm:pt>
    <dgm:pt modelId="{A2FDB55F-BA05-4B09-A86F-29E4D4776DFE}" type="parTrans" cxnId="{98ED84A8-95BD-4503-8A55-4D38CD32E38B}">
      <dgm:prSet/>
      <dgm:spPr/>
      <dgm:t>
        <a:bodyPr/>
        <a:lstStyle/>
        <a:p>
          <a:endParaRPr lang="en-US" sz="1400"/>
        </a:p>
      </dgm:t>
    </dgm:pt>
    <dgm:pt modelId="{72A83A96-D66E-4CD4-AA57-06249527525B}" type="sibTrans" cxnId="{98ED84A8-95BD-4503-8A55-4D38CD32E38B}">
      <dgm:prSet/>
      <dgm:spPr/>
      <dgm:t>
        <a:bodyPr/>
        <a:lstStyle/>
        <a:p>
          <a:endParaRPr lang="en-US" sz="1400"/>
        </a:p>
      </dgm:t>
    </dgm:pt>
    <dgm:pt modelId="{D7BB204B-316B-482B-AD42-556ADBF329E5}">
      <dgm:prSet phldrT="[Text]" phldr="0" custT="1"/>
      <dgm:spPr>
        <a:solidFill>
          <a:schemeClr val="accent2">
            <a:lumMod val="20000"/>
            <a:lumOff val="80000"/>
          </a:schemeClr>
        </a:solidFill>
      </dgm:spPr>
      <dgm:t>
        <a:bodyPr lIns="0" rIns="0" anchor="ctr" anchorCtr="0"/>
        <a:lstStyle/>
        <a:p>
          <a:r>
            <a:rPr lang="en-US" sz="1700" b="1" dirty="0">
              <a:solidFill>
                <a:schemeClr val="tx1"/>
              </a:solidFill>
              <a:highlight>
                <a:srgbClr val="00FFFF"/>
              </a:highlight>
            </a:rPr>
            <a:t>Pledges</a:t>
          </a:r>
        </a:p>
      </dgm:t>
    </dgm:pt>
    <dgm:pt modelId="{5B17BDE7-07CF-4FAB-8040-25BC6E50EF72}" type="parTrans" cxnId="{07D7CEB9-2690-4104-8DA6-F974A46F3CA0}">
      <dgm:prSet/>
      <dgm:spPr/>
      <dgm:t>
        <a:bodyPr/>
        <a:lstStyle/>
        <a:p>
          <a:endParaRPr lang="en-US" sz="1400"/>
        </a:p>
      </dgm:t>
    </dgm:pt>
    <dgm:pt modelId="{4CE9BD42-23D0-4236-A126-14CD8C9A5FC9}" type="sibTrans" cxnId="{07D7CEB9-2690-4104-8DA6-F974A46F3CA0}">
      <dgm:prSet/>
      <dgm:spPr/>
      <dgm:t>
        <a:bodyPr/>
        <a:lstStyle/>
        <a:p>
          <a:endParaRPr lang="en-US" sz="1400"/>
        </a:p>
      </dgm:t>
    </dgm:pt>
    <dgm:pt modelId="{2EF9014D-5A4E-47E0-98FA-BF11693C80DE}">
      <dgm:prSet phldrT="[Text]" phldr="0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Deaths</a:t>
          </a:r>
        </a:p>
      </dgm:t>
    </dgm:pt>
    <dgm:pt modelId="{1CF366FF-ABCE-4246-94F8-92F5C343FC8B}" type="parTrans" cxnId="{8510CB10-9DBC-434D-816B-DDCC3FBF79C3}">
      <dgm:prSet/>
      <dgm:spPr/>
      <dgm:t>
        <a:bodyPr/>
        <a:lstStyle/>
        <a:p>
          <a:endParaRPr lang="en-US" sz="1400"/>
        </a:p>
      </dgm:t>
    </dgm:pt>
    <dgm:pt modelId="{EF038C1A-9D49-4940-ADD8-6FA5E1589C7B}" type="sibTrans" cxnId="{8510CB10-9DBC-434D-816B-DDCC3FBF79C3}">
      <dgm:prSet/>
      <dgm:spPr/>
      <dgm:t>
        <a:bodyPr/>
        <a:lstStyle/>
        <a:p>
          <a:endParaRPr lang="en-US" sz="1400"/>
        </a:p>
      </dgm:t>
    </dgm:pt>
    <dgm:pt modelId="{5599DFE2-EB7B-4A7E-939B-29776959A921}">
      <dgm:prSet phldrT="[Text]" phldr="0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Transplants</a:t>
          </a:r>
        </a:p>
      </dgm:t>
    </dgm:pt>
    <dgm:pt modelId="{856182E6-2173-470C-B50A-6F581D84DA1B}" type="parTrans" cxnId="{62DF5136-98B2-4BD2-9E73-B831756F1154}">
      <dgm:prSet/>
      <dgm:spPr/>
      <dgm:t>
        <a:bodyPr/>
        <a:lstStyle/>
        <a:p>
          <a:endParaRPr lang="en-US" sz="1400"/>
        </a:p>
      </dgm:t>
    </dgm:pt>
    <dgm:pt modelId="{BCBB866A-8B0C-4201-B8D0-882FD19189F9}" type="sibTrans" cxnId="{62DF5136-98B2-4BD2-9E73-B831756F1154}">
      <dgm:prSet/>
      <dgm:spPr/>
      <dgm:t>
        <a:bodyPr/>
        <a:lstStyle/>
        <a:p>
          <a:endParaRPr lang="en-US" sz="1400"/>
        </a:p>
      </dgm:t>
    </dgm:pt>
    <dgm:pt modelId="{65F6F089-A7F4-4FE9-A7BC-10D703989F4B}">
      <dgm:prSet phldrT="[Text]" phldr="0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  <a:highlight>
                <a:srgbClr val="00FFFF"/>
              </a:highlight>
            </a:rPr>
            <a:t>Family Consent</a:t>
          </a:r>
        </a:p>
      </dgm:t>
    </dgm:pt>
    <dgm:pt modelId="{A5141D73-CEB8-4BC4-9091-84DD1EF0848F}" type="parTrans" cxnId="{D77BFB97-C9BB-417F-A28D-E3508076343D}">
      <dgm:prSet/>
      <dgm:spPr/>
      <dgm:t>
        <a:bodyPr/>
        <a:lstStyle/>
        <a:p>
          <a:endParaRPr lang="en-US"/>
        </a:p>
      </dgm:t>
    </dgm:pt>
    <dgm:pt modelId="{91896BCD-33F7-49A5-9B87-CDA2245010F2}" type="sibTrans" cxnId="{D77BFB97-C9BB-417F-A28D-E3508076343D}">
      <dgm:prSet/>
      <dgm:spPr/>
      <dgm:t>
        <a:bodyPr/>
        <a:lstStyle/>
        <a:p>
          <a:endParaRPr lang="en-US"/>
        </a:p>
      </dgm:t>
    </dgm:pt>
    <dgm:pt modelId="{34467123-6B88-48A1-8740-4D27537FCE18}" type="pres">
      <dgm:prSet presAssocID="{306606E0-9D51-4C95-B5B3-437E32EE1C56}" presName="Name0" presStyleCnt="0">
        <dgm:presLayoutVars>
          <dgm:chMax val="7"/>
          <dgm:resizeHandles val="exact"/>
        </dgm:presLayoutVars>
      </dgm:prSet>
      <dgm:spPr/>
    </dgm:pt>
    <dgm:pt modelId="{BFBF69A6-AE42-4A98-B4AB-D0F74CF94FF6}" type="pres">
      <dgm:prSet presAssocID="{306606E0-9D51-4C95-B5B3-437E32EE1C56}" presName="comp1" presStyleCnt="0"/>
      <dgm:spPr/>
    </dgm:pt>
    <dgm:pt modelId="{09224166-62FB-4C6D-B6CC-6BA2EF99EE82}" type="pres">
      <dgm:prSet presAssocID="{306606E0-9D51-4C95-B5B3-437E32EE1C56}" presName="circle1" presStyleLbl="node1" presStyleIdx="0" presStyleCnt="5" custScaleX="51461"/>
      <dgm:spPr/>
    </dgm:pt>
    <dgm:pt modelId="{0AF1741E-CB89-4FE7-BCBD-99D5DC178BC5}" type="pres">
      <dgm:prSet presAssocID="{306606E0-9D51-4C95-B5B3-437E32EE1C56}" presName="c1text" presStyleLbl="node1" presStyleIdx="0" presStyleCnt="5">
        <dgm:presLayoutVars>
          <dgm:bulletEnabled val="1"/>
        </dgm:presLayoutVars>
      </dgm:prSet>
      <dgm:spPr/>
    </dgm:pt>
    <dgm:pt modelId="{BC70B49F-3000-456E-9223-06A8A92F05F0}" type="pres">
      <dgm:prSet presAssocID="{306606E0-9D51-4C95-B5B3-437E32EE1C56}" presName="comp2" presStyleCnt="0"/>
      <dgm:spPr/>
    </dgm:pt>
    <dgm:pt modelId="{3CB60E0D-8C8F-4DE4-83BC-2A2C58C5E190}" type="pres">
      <dgm:prSet presAssocID="{306606E0-9D51-4C95-B5B3-437E32EE1C56}" presName="circle2" presStyleLbl="node1" presStyleIdx="1" presStyleCnt="5" custScaleX="52862" custScaleY="88281"/>
      <dgm:spPr/>
    </dgm:pt>
    <dgm:pt modelId="{5A625066-CFEF-4247-AD3D-B79090792A66}" type="pres">
      <dgm:prSet presAssocID="{306606E0-9D51-4C95-B5B3-437E32EE1C56}" presName="c2text" presStyleLbl="node1" presStyleIdx="1" presStyleCnt="5">
        <dgm:presLayoutVars>
          <dgm:bulletEnabled val="1"/>
        </dgm:presLayoutVars>
      </dgm:prSet>
      <dgm:spPr/>
    </dgm:pt>
    <dgm:pt modelId="{BF86DA1D-F5D5-455D-B78D-49259ABF9E9C}" type="pres">
      <dgm:prSet presAssocID="{306606E0-9D51-4C95-B5B3-437E32EE1C56}" presName="comp3" presStyleCnt="0"/>
      <dgm:spPr/>
    </dgm:pt>
    <dgm:pt modelId="{135A801E-B243-4014-AE69-81A42860BD08}" type="pres">
      <dgm:prSet presAssocID="{306606E0-9D51-4C95-B5B3-437E32EE1C56}" presName="circle3" presStyleLbl="node1" presStyleIdx="2" presStyleCnt="5" custScaleX="56420" custScaleY="78283"/>
      <dgm:spPr/>
    </dgm:pt>
    <dgm:pt modelId="{838F01B4-4EA3-455A-BEBA-6852DD502CB6}" type="pres">
      <dgm:prSet presAssocID="{306606E0-9D51-4C95-B5B3-437E32EE1C56}" presName="c3text" presStyleLbl="node1" presStyleIdx="2" presStyleCnt="5">
        <dgm:presLayoutVars>
          <dgm:bulletEnabled val="1"/>
        </dgm:presLayoutVars>
      </dgm:prSet>
      <dgm:spPr/>
    </dgm:pt>
    <dgm:pt modelId="{FC4A7AD4-7777-4D6E-8A19-2F499229708B}" type="pres">
      <dgm:prSet presAssocID="{306606E0-9D51-4C95-B5B3-437E32EE1C56}" presName="comp4" presStyleCnt="0"/>
      <dgm:spPr/>
    </dgm:pt>
    <dgm:pt modelId="{2ED21027-6656-4871-BEB6-74D7C474B321}" type="pres">
      <dgm:prSet presAssocID="{306606E0-9D51-4C95-B5B3-437E32EE1C56}" presName="circle4" presStyleLbl="node1" presStyleIdx="3" presStyleCnt="5" custScaleX="62925" custScaleY="56690"/>
      <dgm:spPr/>
    </dgm:pt>
    <dgm:pt modelId="{9AD95E18-FB06-4069-9A88-5DF4BD124EE7}" type="pres">
      <dgm:prSet presAssocID="{306606E0-9D51-4C95-B5B3-437E32EE1C56}" presName="c4text" presStyleLbl="node1" presStyleIdx="3" presStyleCnt="5">
        <dgm:presLayoutVars>
          <dgm:bulletEnabled val="1"/>
        </dgm:presLayoutVars>
      </dgm:prSet>
      <dgm:spPr/>
    </dgm:pt>
    <dgm:pt modelId="{8FF38BCB-503D-479A-9400-17C49E6BAB22}" type="pres">
      <dgm:prSet presAssocID="{306606E0-9D51-4C95-B5B3-437E32EE1C56}" presName="comp5" presStyleCnt="0"/>
      <dgm:spPr/>
    </dgm:pt>
    <dgm:pt modelId="{660C056E-5BAD-4C72-BE4E-7CA8683E16D2}" type="pres">
      <dgm:prSet presAssocID="{306606E0-9D51-4C95-B5B3-437E32EE1C56}" presName="circle5" presStyleLbl="node1" presStyleIdx="4" presStyleCnt="5" custScaleX="62925" custScaleY="43512" custLinFactNeighborX="0" custLinFactNeighborY="-8532"/>
      <dgm:spPr/>
    </dgm:pt>
    <dgm:pt modelId="{09FD014B-CA9D-4A03-B5E6-FD515A58EA78}" type="pres">
      <dgm:prSet presAssocID="{306606E0-9D51-4C95-B5B3-437E32EE1C56}" presName="c5text" presStyleLbl="node1" presStyleIdx="4" presStyleCnt="5">
        <dgm:presLayoutVars>
          <dgm:bulletEnabled val="1"/>
        </dgm:presLayoutVars>
      </dgm:prSet>
      <dgm:spPr/>
    </dgm:pt>
  </dgm:ptLst>
  <dgm:cxnLst>
    <dgm:cxn modelId="{8510CB10-9DBC-434D-816B-DDCC3FBF79C3}" srcId="{306606E0-9D51-4C95-B5B3-437E32EE1C56}" destId="{2EF9014D-5A4E-47E0-98FA-BF11693C80DE}" srcOrd="2" destOrd="0" parTransId="{1CF366FF-ABCE-4246-94F8-92F5C343FC8B}" sibTransId="{EF038C1A-9D49-4940-ADD8-6FA5E1589C7B}"/>
    <dgm:cxn modelId="{C1924F19-D2F3-4DF3-AED7-717F36A1D790}" type="presOf" srcId="{306606E0-9D51-4C95-B5B3-437E32EE1C56}" destId="{34467123-6B88-48A1-8740-4D27537FCE18}" srcOrd="0" destOrd="0" presId="urn:microsoft.com/office/officeart/2005/8/layout/venn2"/>
    <dgm:cxn modelId="{9DC1B01F-A01D-4424-83BA-FB5D0E6C91F5}" type="presOf" srcId="{05286965-1C38-4011-87A2-F3BA92C43D75}" destId="{0AF1741E-CB89-4FE7-BCBD-99D5DC178BC5}" srcOrd="1" destOrd="0" presId="urn:microsoft.com/office/officeart/2005/8/layout/venn2"/>
    <dgm:cxn modelId="{3FFD9B24-ACFF-4CA5-B123-EDB547CDA81B}" type="presOf" srcId="{2EF9014D-5A4E-47E0-98FA-BF11693C80DE}" destId="{135A801E-B243-4014-AE69-81A42860BD08}" srcOrd="0" destOrd="0" presId="urn:microsoft.com/office/officeart/2005/8/layout/venn2"/>
    <dgm:cxn modelId="{62DF5136-98B2-4BD2-9E73-B831756F1154}" srcId="{306606E0-9D51-4C95-B5B3-437E32EE1C56}" destId="{5599DFE2-EB7B-4A7E-939B-29776959A921}" srcOrd="4" destOrd="0" parTransId="{856182E6-2173-470C-B50A-6F581D84DA1B}" sibTransId="{BCBB866A-8B0C-4201-B8D0-882FD19189F9}"/>
    <dgm:cxn modelId="{F7CCCD70-B7FB-44B3-85DD-539200F2EB98}" type="presOf" srcId="{D7BB204B-316B-482B-AD42-556ADBF329E5}" destId="{5A625066-CFEF-4247-AD3D-B79090792A66}" srcOrd="1" destOrd="0" presId="urn:microsoft.com/office/officeart/2005/8/layout/venn2"/>
    <dgm:cxn modelId="{D77BFB97-C9BB-417F-A28D-E3508076343D}" srcId="{306606E0-9D51-4C95-B5B3-437E32EE1C56}" destId="{65F6F089-A7F4-4FE9-A7BC-10D703989F4B}" srcOrd="3" destOrd="0" parTransId="{A5141D73-CEB8-4BC4-9091-84DD1EF0848F}" sibTransId="{91896BCD-33F7-49A5-9B87-CDA2245010F2}"/>
    <dgm:cxn modelId="{55D2A1A0-8695-4FA0-A51A-2EB4A560F23C}" type="presOf" srcId="{65F6F089-A7F4-4FE9-A7BC-10D703989F4B}" destId="{9AD95E18-FB06-4069-9A88-5DF4BD124EE7}" srcOrd="1" destOrd="0" presId="urn:microsoft.com/office/officeart/2005/8/layout/venn2"/>
    <dgm:cxn modelId="{98ED84A8-95BD-4503-8A55-4D38CD32E38B}" srcId="{306606E0-9D51-4C95-B5B3-437E32EE1C56}" destId="{05286965-1C38-4011-87A2-F3BA92C43D75}" srcOrd="0" destOrd="0" parTransId="{A2FDB55F-BA05-4B09-A86F-29E4D4776DFE}" sibTransId="{72A83A96-D66E-4CD4-AA57-06249527525B}"/>
    <dgm:cxn modelId="{1114D6AE-59C8-4B0E-A1BD-4D20FD896149}" type="presOf" srcId="{2EF9014D-5A4E-47E0-98FA-BF11693C80DE}" destId="{838F01B4-4EA3-455A-BEBA-6852DD502CB6}" srcOrd="1" destOrd="0" presId="urn:microsoft.com/office/officeart/2005/8/layout/venn2"/>
    <dgm:cxn modelId="{07D7CEB9-2690-4104-8DA6-F974A46F3CA0}" srcId="{306606E0-9D51-4C95-B5B3-437E32EE1C56}" destId="{D7BB204B-316B-482B-AD42-556ADBF329E5}" srcOrd="1" destOrd="0" parTransId="{5B17BDE7-07CF-4FAB-8040-25BC6E50EF72}" sibTransId="{4CE9BD42-23D0-4236-A126-14CD8C9A5FC9}"/>
    <dgm:cxn modelId="{66F87AD2-1C48-4553-A509-D38555E8D0F8}" type="presOf" srcId="{65F6F089-A7F4-4FE9-A7BC-10D703989F4B}" destId="{2ED21027-6656-4871-BEB6-74D7C474B321}" srcOrd="0" destOrd="0" presId="urn:microsoft.com/office/officeart/2005/8/layout/venn2"/>
    <dgm:cxn modelId="{A2DED7DC-CFD6-4DAA-9F82-CE964375F10E}" type="presOf" srcId="{5599DFE2-EB7B-4A7E-939B-29776959A921}" destId="{09FD014B-CA9D-4A03-B5E6-FD515A58EA78}" srcOrd="1" destOrd="0" presId="urn:microsoft.com/office/officeart/2005/8/layout/venn2"/>
    <dgm:cxn modelId="{70B11BE3-D53B-4A7E-8EC3-D034A8E68013}" type="presOf" srcId="{5599DFE2-EB7B-4A7E-939B-29776959A921}" destId="{660C056E-5BAD-4C72-BE4E-7CA8683E16D2}" srcOrd="0" destOrd="0" presId="urn:microsoft.com/office/officeart/2005/8/layout/venn2"/>
    <dgm:cxn modelId="{B82256FB-9AD6-46BF-817B-C5AACFEA566F}" type="presOf" srcId="{05286965-1C38-4011-87A2-F3BA92C43D75}" destId="{09224166-62FB-4C6D-B6CC-6BA2EF99EE82}" srcOrd="0" destOrd="0" presId="urn:microsoft.com/office/officeart/2005/8/layout/venn2"/>
    <dgm:cxn modelId="{77C589FC-4300-47AC-AE8F-3815109F9C5B}" type="presOf" srcId="{D7BB204B-316B-482B-AD42-556ADBF329E5}" destId="{3CB60E0D-8C8F-4DE4-83BC-2A2C58C5E190}" srcOrd="0" destOrd="0" presId="urn:microsoft.com/office/officeart/2005/8/layout/venn2"/>
    <dgm:cxn modelId="{DA972500-0F87-4920-97D1-2B6B28A27C25}" type="presParOf" srcId="{34467123-6B88-48A1-8740-4D27537FCE18}" destId="{BFBF69A6-AE42-4A98-B4AB-D0F74CF94FF6}" srcOrd="0" destOrd="0" presId="urn:microsoft.com/office/officeart/2005/8/layout/venn2"/>
    <dgm:cxn modelId="{DB42AF5D-09DC-4A1E-BF69-FD80733016C3}" type="presParOf" srcId="{BFBF69A6-AE42-4A98-B4AB-D0F74CF94FF6}" destId="{09224166-62FB-4C6D-B6CC-6BA2EF99EE82}" srcOrd="0" destOrd="0" presId="urn:microsoft.com/office/officeart/2005/8/layout/venn2"/>
    <dgm:cxn modelId="{313B63B3-C89D-4422-97C0-52B42D661ED9}" type="presParOf" srcId="{BFBF69A6-AE42-4A98-B4AB-D0F74CF94FF6}" destId="{0AF1741E-CB89-4FE7-BCBD-99D5DC178BC5}" srcOrd="1" destOrd="0" presId="urn:microsoft.com/office/officeart/2005/8/layout/venn2"/>
    <dgm:cxn modelId="{C6991C05-55FE-4E39-935C-4903CABB9D94}" type="presParOf" srcId="{34467123-6B88-48A1-8740-4D27537FCE18}" destId="{BC70B49F-3000-456E-9223-06A8A92F05F0}" srcOrd="1" destOrd="0" presId="urn:microsoft.com/office/officeart/2005/8/layout/venn2"/>
    <dgm:cxn modelId="{198D5720-D930-4B5E-B540-D549E6C6359B}" type="presParOf" srcId="{BC70B49F-3000-456E-9223-06A8A92F05F0}" destId="{3CB60E0D-8C8F-4DE4-83BC-2A2C58C5E190}" srcOrd="0" destOrd="0" presId="urn:microsoft.com/office/officeart/2005/8/layout/venn2"/>
    <dgm:cxn modelId="{97A86C82-162B-4F94-94B4-22A764171F8B}" type="presParOf" srcId="{BC70B49F-3000-456E-9223-06A8A92F05F0}" destId="{5A625066-CFEF-4247-AD3D-B79090792A66}" srcOrd="1" destOrd="0" presId="urn:microsoft.com/office/officeart/2005/8/layout/venn2"/>
    <dgm:cxn modelId="{B9013B13-46E1-4329-8C09-70034E238844}" type="presParOf" srcId="{34467123-6B88-48A1-8740-4D27537FCE18}" destId="{BF86DA1D-F5D5-455D-B78D-49259ABF9E9C}" srcOrd="2" destOrd="0" presId="urn:microsoft.com/office/officeart/2005/8/layout/venn2"/>
    <dgm:cxn modelId="{26814198-7077-4FAA-BEDE-AF0CE89037CF}" type="presParOf" srcId="{BF86DA1D-F5D5-455D-B78D-49259ABF9E9C}" destId="{135A801E-B243-4014-AE69-81A42860BD08}" srcOrd="0" destOrd="0" presId="urn:microsoft.com/office/officeart/2005/8/layout/venn2"/>
    <dgm:cxn modelId="{3A20D1F5-9EB4-41D2-BDD7-D96C96CC7D00}" type="presParOf" srcId="{BF86DA1D-F5D5-455D-B78D-49259ABF9E9C}" destId="{838F01B4-4EA3-455A-BEBA-6852DD502CB6}" srcOrd="1" destOrd="0" presId="urn:microsoft.com/office/officeart/2005/8/layout/venn2"/>
    <dgm:cxn modelId="{5A0FBFF8-9030-43B1-BAC3-3E174009255E}" type="presParOf" srcId="{34467123-6B88-48A1-8740-4D27537FCE18}" destId="{FC4A7AD4-7777-4D6E-8A19-2F499229708B}" srcOrd="3" destOrd="0" presId="urn:microsoft.com/office/officeart/2005/8/layout/venn2"/>
    <dgm:cxn modelId="{0EB51E66-6335-45E4-907F-21D7539129BF}" type="presParOf" srcId="{FC4A7AD4-7777-4D6E-8A19-2F499229708B}" destId="{2ED21027-6656-4871-BEB6-74D7C474B321}" srcOrd="0" destOrd="0" presId="urn:microsoft.com/office/officeart/2005/8/layout/venn2"/>
    <dgm:cxn modelId="{17CD09B2-9D6D-4274-8DF2-22F77CAAE4A2}" type="presParOf" srcId="{FC4A7AD4-7777-4D6E-8A19-2F499229708B}" destId="{9AD95E18-FB06-4069-9A88-5DF4BD124EE7}" srcOrd="1" destOrd="0" presId="urn:microsoft.com/office/officeart/2005/8/layout/venn2"/>
    <dgm:cxn modelId="{E352D3A1-5F4F-42D6-A408-8B1A175BEFB3}" type="presParOf" srcId="{34467123-6B88-48A1-8740-4D27537FCE18}" destId="{8FF38BCB-503D-479A-9400-17C49E6BAB22}" srcOrd="4" destOrd="0" presId="urn:microsoft.com/office/officeart/2005/8/layout/venn2"/>
    <dgm:cxn modelId="{0C3A5F35-5317-4533-8442-A557C39A3D81}" type="presParOf" srcId="{8FF38BCB-503D-479A-9400-17C49E6BAB22}" destId="{660C056E-5BAD-4C72-BE4E-7CA8683E16D2}" srcOrd="0" destOrd="0" presId="urn:microsoft.com/office/officeart/2005/8/layout/venn2"/>
    <dgm:cxn modelId="{C9625CDA-290D-4BBD-9D55-FE5BFBF4C0FC}" type="presParOf" srcId="{8FF38BCB-503D-479A-9400-17C49E6BAB22}" destId="{09FD014B-CA9D-4A03-B5E6-FD515A58EA78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224166-62FB-4C6D-B6CC-6BA2EF99EE82}">
      <dsp:nvSpPr>
        <dsp:cNvPr id="0" name=""/>
        <dsp:cNvSpPr/>
      </dsp:nvSpPr>
      <dsp:spPr>
        <a:xfrm>
          <a:off x="1510736" y="0"/>
          <a:ext cx="2788500" cy="5418667"/>
        </a:xfrm>
        <a:prstGeom prst="ellipse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Population</a:t>
          </a:r>
        </a:p>
      </dsp:txBody>
      <dsp:txXfrm>
        <a:off x="2382143" y="270933"/>
        <a:ext cx="1045687" cy="541866"/>
      </dsp:txXfrm>
    </dsp:sp>
    <dsp:sp modelId="{3CB60E0D-8C8F-4DE4-83BC-2A2C58C5E190}">
      <dsp:nvSpPr>
        <dsp:cNvPr id="0" name=""/>
        <dsp:cNvSpPr/>
      </dsp:nvSpPr>
      <dsp:spPr>
        <a:xfrm>
          <a:off x="1687610" y="1082680"/>
          <a:ext cx="2434753" cy="4066105"/>
        </a:xfrm>
        <a:prstGeom prst="ellipse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0904" rIns="0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  <a:highlight>
                <a:srgbClr val="00FFFF"/>
              </a:highlight>
            </a:rPr>
            <a:t>Pledges</a:t>
          </a:r>
        </a:p>
      </dsp:txBody>
      <dsp:txXfrm>
        <a:off x="2379993" y="1316481"/>
        <a:ext cx="1049987" cy="467602"/>
      </dsp:txXfrm>
    </dsp:sp>
    <dsp:sp modelId="{135A801E-B243-4014-AE69-81A42860BD08}">
      <dsp:nvSpPr>
        <dsp:cNvPr id="0" name=""/>
        <dsp:cNvSpPr/>
      </dsp:nvSpPr>
      <dsp:spPr>
        <a:xfrm>
          <a:off x="1834962" y="2037470"/>
          <a:ext cx="2140048" cy="2969326"/>
        </a:xfrm>
        <a:prstGeom prst="ellipse">
          <a:avLst/>
        </a:prstGeom>
        <a:solidFill>
          <a:schemeClr val="accent3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Deaths</a:t>
          </a:r>
        </a:p>
      </dsp:txBody>
      <dsp:txXfrm>
        <a:off x="2351249" y="2242353"/>
        <a:ext cx="1107475" cy="409767"/>
      </dsp:txXfrm>
    </dsp:sp>
    <dsp:sp modelId="{2ED21027-6656-4871-BEB6-74D7C474B321}">
      <dsp:nvSpPr>
        <dsp:cNvPr id="0" name=""/>
        <dsp:cNvSpPr/>
      </dsp:nvSpPr>
      <dsp:spPr>
        <a:xfrm>
          <a:off x="1967320" y="3083776"/>
          <a:ext cx="1875332" cy="1689513"/>
        </a:xfrm>
        <a:prstGeom prst="ellipse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highlight>
                <a:srgbClr val="00FFFF"/>
              </a:highlight>
            </a:rPr>
            <a:t>Family Consent</a:t>
          </a:r>
        </a:p>
      </dsp:txBody>
      <dsp:txXfrm>
        <a:off x="2398647" y="3235833"/>
        <a:ext cx="1012679" cy="304112"/>
      </dsp:txXfrm>
    </dsp:sp>
    <dsp:sp modelId="{660C056E-5BAD-4C72-BE4E-7CA8683E16D2}">
      <dsp:nvSpPr>
        <dsp:cNvPr id="0" name=""/>
        <dsp:cNvSpPr/>
      </dsp:nvSpPr>
      <dsp:spPr>
        <a:xfrm>
          <a:off x="2223047" y="3678451"/>
          <a:ext cx="1363878" cy="943108"/>
        </a:xfrm>
        <a:prstGeom prst="ellipse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Transplants</a:t>
          </a:r>
        </a:p>
      </dsp:txBody>
      <dsp:txXfrm>
        <a:off x="2422783" y="3914228"/>
        <a:ext cx="964407" cy="471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7A84A-438D-4B39-8AC2-379640786C3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E53A6-E66A-4016-9CD3-5566818B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23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E53A6-E66A-4016-9CD3-5566818B39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0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E53A6-E66A-4016-9CD3-5566818B39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39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hyperlink" Target="https://www.tribuneindia.com/news/delhi/deceased-organ-donation-alarmingly-low-in-country-notto-report" TargetMode="External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hyperlink" Target="https://www.notto.mohfw.gov.in/WriteReadData/Portal/News/924_1_2013_to_2024.pdf" TargetMode="External"/><Relationship Id="rId10" Type="http://schemas.microsoft.com/office/2007/relationships/diagramDrawing" Target="../diagrams/drawing1.xml"/><Relationship Id="rId4" Type="http://schemas.openxmlformats.org/officeDocument/2006/relationships/hyperlink" Target="https://www.notto.mohfw.gov.in/index.htm" TargetMode="External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timesofindia.indiatimes.com/india/maharashtra-leads-indias-organ-pledges-delhi-far-behind-in-digital-registry/articleshow/125653716.cms" TargetMode="External"/><Relationship Id="rId3" Type="http://schemas.openxmlformats.org/officeDocument/2006/relationships/hyperlink" Target="https://www.notto.mohfw.gov.in/index.htm" TargetMode="External"/><Relationship Id="rId7" Type="http://schemas.openxmlformats.org/officeDocument/2006/relationships/hyperlink" Target="https://en.wikipedia.org/wiki/Organ_transplantation_in_Israe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onatelife.gov.au/all-about-donation/statistics-in-australia" TargetMode="External"/><Relationship Id="rId5" Type="http://schemas.openxmlformats.org/officeDocument/2006/relationships/hyperlink" Target="https://www.donoralliance.org/newsroom/donation-essentials/how-many-people-are-organ-donors" TargetMode="External"/><Relationship Id="rId4" Type="http://schemas.openxmlformats.org/officeDocument/2006/relationships/hyperlink" Target="https://jchm.in/archive/volume/7/issue/3/article/14041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chm.in/archive/volume/7/issue/3/article/14041" TargetMode="External"/><Relationship Id="rId2" Type="http://schemas.openxmlformats.org/officeDocument/2006/relationships/hyperlink" Target="https://www.notto.mohfw.gov.in/WriteReadData/Portal/News/924_1_2013_to_2024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5090"/>
            <a:ext cx="9144000" cy="1552356"/>
          </a:xfrm>
        </p:spPr>
        <p:txBody>
          <a:bodyPr>
            <a:normAutofit fontScale="90000"/>
          </a:bodyPr>
          <a:lstStyle/>
          <a:p>
            <a:r>
              <a:rPr lang="en-IN" dirty="0"/>
              <a:t>Secure API-Driven Multi-Channel Organ Pledge Registry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Isha Negi</a:t>
            </a:r>
          </a:p>
          <a:p>
            <a:r>
              <a:rPr lang="en-IN" dirty="0"/>
              <a:t>2427030834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Bali Gupta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951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Outcome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References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267"/>
            <a:ext cx="10515600" cy="132556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57786"/>
            <a:ext cx="8539717" cy="51956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Organ donation saves lives, but in India—the gap between willingness to donate and actual donations remains large.</a:t>
            </a:r>
            <a:r>
              <a:rPr lang="en-US" b="1" dirty="0"/>
              <a:t> </a:t>
            </a:r>
            <a:r>
              <a:rPr lang="en-US" dirty="0"/>
              <a:t>National Organ and Tissue Transplant </a:t>
            </a:r>
            <a:r>
              <a:rPr lang="en-US" dirty="0" err="1"/>
              <a:t>Organisation</a:t>
            </a:r>
            <a:r>
              <a:rPr lang="en-US" dirty="0"/>
              <a:t> (NOTTO) is India’s central donor registry.</a:t>
            </a:r>
          </a:p>
          <a:p>
            <a:r>
              <a:rPr lang="en-US" dirty="0"/>
              <a:t>The donor registration/pledging is very low, leading to </a:t>
            </a:r>
            <a:r>
              <a:rPr lang="en-US" dirty="0">
                <a:hlinkClick r:id="rId3"/>
              </a:rPr>
              <a:t>very low actual transplants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Population of India - 1.4 billion</a:t>
            </a:r>
          </a:p>
          <a:p>
            <a:pPr lvl="1"/>
            <a:r>
              <a:rPr lang="en-US" dirty="0"/>
              <a:t>Pledges registered with </a:t>
            </a:r>
            <a:r>
              <a:rPr lang="en-US" b="1" dirty="0">
                <a:hlinkClick r:id="rId4"/>
              </a:rPr>
              <a:t>NOTTO</a:t>
            </a:r>
            <a:r>
              <a:rPr lang="en-US" b="1" dirty="0"/>
              <a:t> -  </a:t>
            </a:r>
            <a:r>
              <a:rPr lang="en-US" dirty="0"/>
              <a:t>487,898  (~0.03% of population)</a:t>
            </a:r>
          </a:p>
          <a:p>
            <a:pPr lvl="1"/>
            <a:r>
              <a:rPr lang="en-US" dirty="0"/>
              <a:t>Estimated brain deaths annually - 150,000 (majority 18–35 age group)</a:t>
            </a:r>
          </a:p>
          <a:p>
            <a:pPr lvl="1"/>
            <a:r>
              <a:rPr lang="en-US" dirty="0"/>
              <a:t>&lt;1% of potential brain deaths convert to actual donation</a:t>
            </a:r>
          </a:p>
          <a:p>
            <a:pPr lvl="1"/>
            <a:r>
              <a:rPr lang="en-US" dirty="0"/>
              <a:t>People waiting for transplant - 500000</a:t>
            </a:r>
          </a:p>
          <a:p>
            <a:pPr lvl="1"/>
            <a:r>
              <a:rPr lang="en-US" dirty="0"/>
              <a:t>Transplant – 18911 in 2024  </a:t>
            </a:r>
            <a:r>
              <a:rPr lang="en-US" u="sng" dirty="0">
                <a:hlinkClick r:id="rId5"/>
              </a:rPr>
              <a:t>NOTTO Report</a:t>
            </a:r>
            <a:endParaRPr lang="en-US" dirty="0"/>
          </a:p>
          <a:p>
            <a:r>
              <a:rPr lang="en-IN" dirty="0"/>
              <a:t>This project focuses on </a:t>
            </a:r>
            <a:r>
              <a:rPr lang="en-IN" u="sng" dirty="0"/>
              <a:t>start</a:t>
            </a:r>
            <a:r>
              <a:rPr lang="en-IN" dirty="0"/>
              <a:t> of the organ donation chain i.e. </a:t>
            </a:r>
            <a:r>
              <a:rPr lang="en-IN" b="1" u="sng" dirty="0"/>
              <a:t>pledging </a:t>
            </a:r>
            <a:r>
              <a:rPr lang="en-IN" dirty="0"/>
              <a:t>with a thought that </a:t>
            </a:r>
            <a:r>
              <a:rPr lang="en-IN" u="sng" dirty="0"/>
              <a:t>input drives the output</a:t>
            </a:r>
            <a:r>
              <a:rPr lang="en-IN" dirty="0"/>
              <a:t>. Other parts of the chain are out of scope of this project.</a:t>
            </a:r>
            <a:endParaRPr lang="en-IN" b="1" dirty="0"/>
          </a:p>
          <a:p>
            <a:pPr lvl="1"/>
            <a:endParaRPr lang="en-US" dirty="0"/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50660E-FFA6-3487-EB23-B425C28009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554107"/>
              </p:ext>
            </p:extLst>
          </p:nvPr>
        </p:nvGraphicFramePr>
        <p:xfrm>
          <a:off x="7766878" y="819057"/>
          <a:ext cx="580997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EFFB-CAFC-4C71-F37C-ACAB858A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B3E6-B7D1-D2AA-7540-CF9D7456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29DF4-34EC-AB07-BB3B-B4730549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632"/>
            <a:ext cx="10800522" cy="48181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Current organ donor registration/pledging systems in India suffers from below key structural problems </a:t>
            </a:r>
            <a:r>
              <a:rPr lang="en-US" b="1" dirty="0"/>
              <a:t>- </a:t>
            </a:r>
            <a:endParaRPr lang="en-US" dirty="0"/>
          </a:p>
          <a:p>
            <a:pPr lvl="1"/>
            <a:r>
              <a:rPr lang="en-US" dirty="0"/>
              <a:t>Passive standalone and static (not event driven) Single primary pledge channel through NOTTO/NGO/State websites</a:t>
            </a:r>
          </a:p>
          <a:p>
            <a:pPr lvl="1"/>
            <a:r>
              <a:rPr lang="en-US" dirty="0"/>
              <a:t>No multi-touch point government/public integration leading to pledging like Driving License integration, ABHA integration (Ayushman Bharat Health Account), Passport Seva integration, ITR filing integration.</a:t>
            </a:r>
          </a:p>
          <a:p>
            <a:pPr lvl="1"/>
            <a:r>
              <a:rPr lang="en-US" dirty="0"/>
              <a:t>Low awareness and accessibility; unawareness of process and entry points</a:t>
            </a:r>
          </a:p>
          <a:p>
            <a:pPr lvl="1"/>
            <a:r>
              <a:rPr lang="en-US" dirty="0"/>
              <a:t>Family override problem - Even if pledged, family refusal rate remains high, mainly because families are often unaware of pledge. Indian law mandates family consent, even if the deceased had pledged.</a:t>
            </a:r>
          </a:p>
          <a:p>
            <a:r>
              <a:rPr lang="en-US" dirty="0"/>
              <a:t>This project proposes to address these reasons to increase number of pledges and hence increase the donor pool, which in turn will increase transplants.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86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8"/>
            <a:ext cx="10515600" cy="4645875"/>
          </a:xfrm>
        </p:spPr>
        <p:txBody>
          <a:bodyPr/>
          <a:lstStyle/>
          <a:p>
            <a:r>
              <a:rPr lang="en-US" dirty="0"/>
              <a:t>Pledges registered with </a:t>
            </a:r>
            <a:r>
              <a:rPr lang="en-US" b="1" dirty="0">
                <a:hlinkClick r:id="rId3"/>
              </a:rPr>
              <a:t>NOTTO</a:t>
            </a:r>
            <a:r>
              <a:rPr lang="en-US" b="1" dirty="0"/>
              <a:t> are very low </a:t>
            </a:r>
            <a:r>
              <a:rPr lang="en-US" dirty="0"/>
              <a:t>as compared to India’s population - </a:t>
            </a:r>
            <a:r>
              <a:rPr lang="en-US" b="1" dirty="0"/>
              <a:t> </a:t>
            </a:r>
            <a:r>
              <a:rPr lang="en-US" dirty="0"/>
              <a:t>487,898  in 1.4 billion (~0.03%) </a:t>
            </a:r>
          </a:p>
          <a:p>
            <a:r>
              <a:rPr lang="en-US" dirty="0"/>
              <a:t>There are multiple </a:t>
            </a:r>
            <a:r>
              <a:rPr lang="en-US" dirty="0">
                <a:hlinkClick r:id="rId4"/>
              </a:rPr>
              <a:t>factors affecting </a:t>
            </a:r>
            <a:r>
              <a:rPr lang="en-US" dirty="0"/>
              <a:t>it. </a:t>
            </a:r>
          </a:p>
          <a:p>
            <a:r>
              <a:rPr lang="en-US" dirty="0"/>
              <a:t>Other Opt-in countries have much higher donor registrations e.g. </a:t>
            </a:r>
            <a:r>
              <a:rPr lang="en-US" dirty="0">
                <a:hlinkClick r:id="rId5"/>
              </a:rPr>
              <a:t>USA</a:t>
            </a:r>
            <a:r>
              <a:rPr lang="en-US" dirty="0"/>
              <a:t> - 51%; </a:t>
            </a:r>
            <a:r>
              <a:rPr lang="en-US" dirty="0">
                <a:hlinkClick r:id="rId6"/>
              </a:rPr>
              <a:t>Australia</a:t>
            </a:r>
            <a:r>
              <a:rPr lang="en-US" dirty="0"/>
              <a:t> - 36%, </a:t>
            </a:r>
            <a:r>
              <a:rPr lang="en-US" dirty="0">
                <a:hlinkClick r:id="rId7"/>
              </a:rPr>
              <a:t>Israel</a:t>
            </a:r>
            <a:r>
              <a:rPr lang="en-US" dirty="0"/>
              <a:t> – 10%, </a:t>
            </a:r>
            <a:r>
              <a:rPr lang="en-US" dirty="0">
                <a:hlinkClick r:id="rId8"/>
              </a:rPr>
              <a:t>India</a:t>
            </a:r>
            <a:r>
              <a:rPr lang="en-US" dirty="0"/>
              <a:t> – 0.03%</a:t>
            </a:r>
          </a:p>
          <a:p>
            <a:r>
              <a:rPr lang="en-US" dirty="0"/>
              <a:t>Channels for pledging other that state registry websites – </a:t>
            </a:r>
          </a:p>
          <a:p>
            <a:pPr lvl="1"/>
            <a:r>
              <a:rPr lang="en-US" dirty="0"/>
              <a:t>USA – Driving license registration, Apple Health app,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239B-0A94-AF2E-B513-48DB59D2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1B72-B464-5529-A9CC-621C8EAB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55FF7-BE9F-0047-1163-DB525B7FA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&lt;Maximum 2-3 Slides&gt;</a:t>
            </a:r>
          </a:p>
        </p:txBody>
      </p:sp>
    </p:spTree>
    <p:extLst>
      <p:ext uri="{BB962C8B-B14F-4D97-AF65-F5344CB8AC3E}">
        <p14:creationId xmlns:p14="http://schemas.microsoft.com/office/powerpoint/2010/main" val="173170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5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India faces critically </a:t>
            </a:r>
            <a:r>
              <a:rPr lang="en-IN" b="1" dirty="0"/>
              <a:t>low number of registered organ donation pledges </a:t>
            </a:r>
            <a:r>
              <a:rPr lang="en-US" dirty="0"/>
              <a:t>(~0.03% of population) </a:t>
            </a:r>
            <a:r>
              <a:rPr lang="en-IN" dirty="0"/>
              <a:t>which limits the pool of potential donors despite high transplant demands. </a:t>
            </a:r>
          </a:p>
          <a:p>
            <a:pPr marL="0" indent="0">
              <a:buNone/>
            </a:pPr>
            <a:r>
              <a:rPr lang="en-US" b="1" dirty="0"/>
              <a:t>Absence of integrated, multi-channel digital registration system </a:t>
            </a:r>
            <a:r>
              <a:rPr lang="en-US" dirty="0"/>
              <a:t>reduces participation and conversion of willing individuals into confirmed pledgers.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960"/>
            <a:ext cx="10515600" cy="1080903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434"/>
            <a:ext cx="10515600" cy="5061101"/>
          </a:xfrm>
        </p:spPr>
        <p:txBody>
          <a:bodyPr>
            <a:noAutofit/>
          </a:bodyPr>
          <a:lstStyle/>
          <a:p>
            <a:r>
              <a:rPr lang="en-US" sz="2000" b="1" dirty="0"/>
              <a:t>Develop a secure API-driven digital organ pledge central registry </a:t>
            </a:r>
            <a:r>
              <a:rPr lang="en-US" sz="2000" dirty="0"/>
              <a:t>to streamline and verify online pledge submissions, addressing the low number of registered donors. Central registry is the </a:t>
            </a:r>
            <a:r>
              <a:rPr lang="en-US" sz="2000" u="sng" dirty="0"/>
              <a:t>only</a:t>
            </a:r>
            <a:r>
              <a:rPr lang="en-US" sz="2000" dirty="0"/>
              <a:t> pledge data store.</a:t>
            </a:r>
          </a:p>
          <a:p>
            <a:r>
              <a:rPr lang="en-US" sz="2000" b="1" dirty="0"/>
              <a:t>Design a two-level multi-channel integration model </a:t>
            </a:r>
            <a:r>
              <a:rPr lang="en-US" sz="2000" dirty="0"/>
              <a:t>to spread awareness and  overcome limited accessibility caused by single-source registration. </a:t>
            </a:r>
          </a:p>
          <a:p>
            <a:pPr lvl="1"/>
            <a:r>
              <a:rPr lang="en-US" sz="2000" dirty="0"/>
              <a:t>National level - Government services platforms submit pledge data directly to the central registry via APIs </a:t>
            </a:r>
            <a:r>
              <a:rPr lang="en-US" sz="2000" u="sng" dirty="0"/>
              <a:t>without local storage </a:t>
            </a:r>
            <a:r>
              <a:rPr lang="en-US" sz="2000" dirty="0"/>
              <a:t>(Government policy-driven) </a:t>
            </a:r>
          </a:p>
          <a:p>
            <a:pPr lvl="1"/>
            <a:r>
              <a:rPr lang="en-US" sz="2000" dirty="0"/>
              <a:t>Local level  - Institution-led pledge facilitation model through redirection </a:t>
            </a:r>
            <a:r>
              <a:rPr lang="en-US" sz="2000" u="sng" dirty="0"/>
              <a:t>without any data handling </a:t>
            </a:r>
            <a:r>
              <a:rPr lang="en-US" sz="2000" dirty="0"/>
              <a:t>(Institutional authorities driven)</a:t>
            </a:r>
          </a:p>
          <a:p>
            <a:r>
              <a:rPr lang="en-US" sz="2000" b="1" dirty="0"/>
              <a:t>Design and implement an audit and traceability framework</a:t>
            </a:r>
            <a:r>
              <a:rPr lang="en-US" sz="2000" dirty="0"/>
              <a:t> to maintain transparent record-keeping, addressing trust gaps in digital organ pledging systems.</a:t>
            </a:r>
          </a:p>
          <a:p>
            <a:r>
              <a:rPr lang="en-US" sz="2000" b="1" dirty="0"/>
              <a:t>Incorporate analytics and reporting modules </a:t>
            </a:r>
            <a:r>
              <a:rPr lang="en-US" sz="2000" dirty="0"/>
              <a:t>to monitor pledge trends and channels impact, supporting data-driven strategies</a:t>
            </a:r>
          </a:p>
          <a:p>
            <a:r>
              <a:rPr lang="en-US" sz="2000" dirty="0"/>
              <a:t>Designing data handling as per the law and policy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(4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&lt;Write down the steps to provide solution to problem or add flow chart&gt;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&lt;in tabular, graphical, figures &gt;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0023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Mention outcome of your project that you have either achieved in current semester or will achieve by next semester.</a:t>
            </a:r>
          </a:p>
          <a:p>
            <a:pPr marL="0" indent="0">
              <a:buNone/>
            </a:pPr>
            <a:r>
              <a:rPr lang="en-US" sz="1600" dirty="0"/>
              <a:t>It is mandatory to have an Achievement of outcome for the work you have done till now in </a:t>
            </a:r>
            <a:r>
              <a:rPr lang="en-US" sz="1600" dirty="0" err="1"/>
              <a:t>pbl</a:t>
            </a:r>
            <a:r>
              <a:rPr lang="en-US" sz="1600" dirty="0"/>
              <a:t>  by next semester. </a:t>
            </a:r>
          </a:p>
          <a:p>
            <a:pPr marL="0" indent="0">
              <a:buNone/>
            </a:pPr>
            <a:r>
              <a:rPr lang="en-US" dirty="0"/>
              <a:t>Aiming for -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Real Time Deployment ( deployed / partially completed) – prototype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Research Paper (Drafted/ Published)</a:t>
            </a:r>
          </a:p>
          <a:p>
            <a:r>
              <a:rPr lang="en-US" dirty="0"/>
              <a:t>Patent   (drafted / published)</a:t>
            </a:r>
          </a:p>
          <a:p>
            <a:r>
              <a:rPr lang="en-US" dirty="0"/>
              <a:t>Copyright (drafted / published)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>
                <a:hlinkClick r:id="rId2"/>
              </a:rPr>
              <a:t>NOTTO Report</a:t>
            </a:r>
            <a:endParaRPr lang="en-US" u="sng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Perspective on organ donation in India: A comprehensive review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4beacd-b7aa-49b2-aaa1-b8525cb257e0}" enabled="0" method="" siteId="{1f4beacd-b7aa-49b2-aaa1-b8525cb257e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3484</TotalTime>
  <Words>731</Words>
  <Application>Microsoft Macintosh PowerPoint</Application>
  <PresentationFormat>Widescreen</PresentationFormat>
  <Paragraphs>74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Secure API-Driven Multi-Channel Organ Pledge Registry</vt:lpstr>
      <vt:lpstr>Outline</vt:lpstr>
      <vt:lpstr>Introduction</vt:lpstr>
      <vt:lpstr>Introduction </vt:lpstr>
      <vt:lpstr>Literature Review</vt:lpstr>
      <vt:lpstr>Literature Review</vt:lpstr>
      <vt:lpstr>Problem Statement</vt:lpstr>
      <vt:lpstr>Objectives</vt:lpstr>
      <vt:lpstr>Proposed Methodology (4 slides)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Isha Negi [CSE - 2024]</cp:lastModifiedBy>
  <cp:revision>9</cp:revision>
  <dcterms:created xsi:type="dcterms:W3CDTF">2025-09-29T05:03:41Z</dcterms:created>
  <dcterms:modified xsi:type="dcterms:W3CDTF">2026-02-15T17:31:04Z</dcterms:modified>
</cp:coreProperties>
</file>