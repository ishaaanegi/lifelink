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8" r:id="rId5"/>
    <p:sldId id="259" r:id="rId6"/>
    <p:sldId id="269" r:id="rId7"/>
    <p:sldId id="270" r:id="rId8"/>
    <p:sldId id="260" r:id="rId9"/>
    <p:sldId id="262" r:id="rId10"/>
    <p:sldId id="271" r:id="rId11"/>
    <p:sldId id="261" r:id="rId12"/>
    <p:sldId id="272" r:id="rId13"/>
    <p:sldId id="266" r:id="rId14"/>
    <p:sldId id="267" r:id="rId15"/>
    <p:sldId id="263" r:id="rId16"/>
    <p:sldId id="26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953325-6EA5-4C3F-A1AD-5575DD6D6CC6}" v="287" dt="2026-02-19T05:05:36.6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88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 Kashyap Negi" userId="440aafb5-ea17-4138-8a90-984f4cfbf498" providerId="ADAL" clId="{D600E3D8-BBB3-493C-AB84-45BC65D7C4EC}"/>
    <pc:docChg chg="undo redo custSel addSld modSld sldOrd">
      <pc:chgData name="Madhu Kashyap Negi" userId="440aafb5-ea17-4138-8a90-984f4cfbf498" providerId="ADAL" clId="{D600E3D8-BBB3-493C-AB84-45BC65D7C4EC}" dt="2026-02-19T05:18:34.969" v="6446" actId="1076"/>
      <pc:docMkLst>
        <pc:docMk/>
      </pc:docMkLst>
      <pc:sldChg chg="modSp mod">
        <pc:chgData name="Madhu Kashyap Negi" userId="440aafb5-ea17-4138-8a90-984f4cfbf498" providerId="ADAL" clId="{D600E3D8-BBB3-493C-AB84-45BC65D7C4EC}" dt="2026-02-19T03:59:08.918" v="5907" actId="255"/>
        <pc:sldMkLst>
          <pc:docMk/>
          <pc:sldMk cId="380237416" sldId="256"/>
        </pc:sldMkLst>
        <pc:spChg chg="mod">
          <ac:chgData name="Madhu Kashyap Negi" userId="440aafb5-ea17-4138-8a90-984f4cfbf498" providerId="ADAL" clId="{D600E3D8-BBB3-493C-AB84-45BC65D7C4EC}" dt="2026-02-19T03:59:08.918" v="5907" actId="255"/>
          <ac:spMkLst>
            <pc:docMk/>
            <pc:sldMk cId="380237416" sldId="256"/>
            <ac:spMk id="2" creationId="{874FB14B-13FD-63D0-B558-FA2B9FA1B8F9}"/>
          </ac:spMkLst>
        </pc:spChg>
        <pc:spChg chg="mod">
          <ac:chgData name="Madhu Kashyap Negi" userId="440aafb5-ea17-4138-8a90-984f4cfbf498" providerId="ADAL" clId="{D600E3D8-BBB3-493C-AB84-45BC65D7C4EC}" dt="2026-02-15T17:10:49.399" v="2918" actId="20577"/>
          <ac:spMkLst>
            <pc:docMk/>
            <pc:sldMk cId="380237416" sldId="256"/>
            <ac:spMk id="3" creationId="{33DAA6DE-3B6C-1A2F-6135-52EEA7D16507}"/>
          </ac:spMkLst>
        </pc:spChg>
        <pc:spChg chg="mod">
          <ac:chgData name="Madhu Kashyap Negi" userId="440aafb5-ea17-4138-8a90-984f4cfbf498" providerId="ADAL" clId="{D600E3D8-BBB3-493C-AB84-45BC65D7C4EC}" dt="2026-02-17T17:20:53.848" v="5590" actId="20577"/>
          <ac:spMkLst>
            <pc:docMk/>
            <pc:sldMk cId="380237416" sldId="256"/>
            <ac:spMk id="4" creationId="{8265C3A1-7DE8-FF2B-D7D7-6CB2859C63C2}"/>
          </ac:spMkLst>
        </pc:spChg>
        <pc:spChg chg="mod">
          <ac:chgData name="Madhu Kashyap Negi" userId="440aafb5-ea17-4138-8a90-984f4cfbf498" providerId="ADAL" clId="{D600E3D8-BBB3-493C-AB84-45BC65D7C4EC}" dt="2026-02-13T15:56:44.778" v="42" actId="108"/>
          <ac:spMkLst>
            <pc:docMk/>
            <pc:sldMk cId="380237416" sldId="256"/>
            <ac:spMk id="9" creationId="{B8466A34-BD34-5DB1-EC2B-14EE0BD5593C}"/>
          </ac:spMkLst>
        </pc:spChg>
      </pc:sldChg>
      <pc:sldChg chg="modSp mod">
        <pc:chgData name="Madhu Kashyap Negi" userId="440aafb5-ea17-4138-8a90-984f4cfbf498" providerId="ADAL" clId="{D600E3D8-BBB3-493C-AB84-45BC65D7C4EC}" dt="2026-02-15T06:38:45.675" v="2850" actId="20577"/>
        <pc:sldMkLst>
          <pc:docMk/>
          <pc:sldMk cId="4047219808" sldId="257"/>
        </pc:sldMkLst>
        <pc:spChg chg="mod">
          <ac:chgData name="Madhu Kashyap Negi" userId="440aafb5-ea17-4138-8a90-984f4cfbf498" providerId="ADAL" clId="{D600E3D8-BBB3-493C-AB84-45BC65D7C4EC}" dt="2026-02-15T06:38:45.675" v="2850" actId="20577"/>
          <ac:spMkLst>
            <pc:docMk/>
            <pc:sldMk cId="4047219808" sldId="257"/>
            <ac:spMk id="3" creationId="{8E86A8CF-2937-6FE2-6F8A-377D2DF1D643}"/>
          </ac:spMkLst>
        </pc:spChg>
      </pc:sldChg>
      <pc:sldChg chg="addSp modSp mod">
        <pc:chgData name="Madhu Kashyap Negi" userId="440aafb5-ea17-4138-8a90-984f4cfbf498" providerId="ADAL" clId="{D600E3D8-BBB3-493C-AB84-45BC65D7C4EC}" dt="2026-02-15T04:53:28.892" v="2620" actId="115"/>
        <pc:sldMkLst>
          <pc:docMk/>
          <pc:sldMk cId="2878976597" sldId="258"/>
        </pc:sldMkLst>
        <pc:spChg chg="mod">
          <ac:chgData name="Madhu Kashyap Negi" userId="440aafb5-ea17-4138-8a90-984f4cfbf498" providerId="ADAL" clId="{D600E3D8-BBB3-493C-AB84-45BC65D7C4EC}" dt="2026-02-15T04:51:32.597" v="2619" actId="1035"/>
          <ac:spMkLst>
            <pc:docMk/>
            <pc:sldMk cId="2878976597" sldId="258"/>
            <ac:spMk id="2" creationId="{6F25A96B-B72E-0C72-F61B-C99183D10D26}"/>
          </ac:spMkLst>
        </pc:spChg>
        <pc:spChg chg="mod">
          <ac:chgData name="Madhu Kashyap Negi" userId="440aafb5-ea17-4138-8a90-984f4cfbf498" providerId="ADAL" clId="{D600E3D8-BBB3-493C-AB84-45BC65D7C4EC}" dt="2026-02-15T04:53:28.892" v="2620" actId="115"/>
          <ac:spMkLst>
            <pc:docMk/>
            <pc:sldMk cId="2878976597" sldId="258"/>
            <ac:spMk id="3" creationId="{E031CBD1-1236-BD10-F9B4-E2675BA38ED1}"/>
          </ac:spMkLst>
        </pc:spChg>
        <pc:graphicFrameChg chg="add mod modGraphic">
          <ac:chgData name="Madhu Kashyap Negi" userId="440aafb5-ea17-4138-8a90-984f4cfbf498" providerId="ADAL" clId="{D600E3D8-BBB3-493C-AB84-45BC65D7C4EC}" dt="2026-02-13T19:19:33.624" v="601"/>
          <ac:graphicFrameMkLst>
            <pc:docMk/>
            <pc:sldMk cId="2878976597" sldId="258"/>
            <ac:graphicFrameMk id="4" creationId="{EA50660E-FFA6-3487-EB23-B425C2800900}"/>
          </ac:graphicFrameMkLst>
        </pc:graphicFrameChg>
      </pc:sldChg>
      <pc:sldChg chg="addSp delSp modSp mod modNotesTx">
        <pc:chgData name="Madhu Kashyap Negi" userId="440aafb5-ea17-4138-8a90-984f4cfbf498" providerId="ADAL" clId="{D600E3D8-BBB3-493C-AB84-45BC65D7C4EC}" dt="2026-02-19T04:27:10.975" v="5918" actId="6549"/>
        <pc:sldMkLst>
          <pc:docMk/>
          <pc:sldMk cId="310308161" sldId="259"/>
        </pc:sldMkLst>
        <pc:spChg chg="mod">
          <ac:chgData name="Madhu Kashyap Negi" userId="440aafb5-ea17-4138-8a90-984f4cfbf498" providerId="ADAL" clId="{D600E3D8-BBB3-493C-AB84-45BC65D7C4EC}" dt="2026-02-15T17:41:04.590" v="3177" actId="1035"/>
          <ac:spMkLst>
            <pc:docMk/>
            <pc:sldMk cId="310308161" sldId="259"/>
            <ac:spMk id="2" creationId="{EA85647D-9B85-4135-FDC8-4412998CA206}"/>
          </ac:spMkLst>
        </pc:spChg>
        <pc:spChg chg="mod">
          <ac:chgData name="Madhu Kashyap Negi" userId="440aafb5-ea17-4138-8a90-984f4cfbf498" providerId="ADAL" clId="{D600E3D8-BBB3-493C-AB84-45BC65D7C4EC}" dt="2026-02-19T04:27:10.975" v="5918" actId="6549"/>
          <ac:spMkLst>
            <pc:docMk/>
            <pc:sldMk cId="310308161" sldId="259"/>
            <ac:spMk id="3" creationId="{7485F665-7E3B-0A75-0EE5-8FA0D35D261D}"/>
          </ac:spMkLst>
        </pc:spChg>
      </pc:sldChg>
      <pc:sldChg chg="addSp modSp mod">
        <pc:chgData name="Madhu Kashyap Negi" userId="440aafb5-ea17-4138-8a90-984f4cfbf498" providerId="ADAL" clId="{D600E3D8-BBB3-493C-AB84-45BC65D7C4EC}" dt="2026-02-19T04:33:04.677" v="6056" actId="113"/>
        <pc:sldMkLst>
          <pc:docMk/>
          <pc:sldMk cId="2374707807" sldId="260"/>
        </pc:sldMkLst>
        <pc:spChg chg="mod">
          <ac:chgData name="Madhu Kashyap Negi" userId="440aafb5-ea17-4138-8a90-984f4cfbf498" providerId="ADAL" clId="{D600E3D8-BBB3-493C-AB84-45BC65D7C4EC}" dt="2026-02-19T04:33:04.677" v="6056" actId="113"/>
          <ac:spMkLst>
            <pc:docMk/>
            <pc:sldMk cId="2374707807" sldId="260"/>
            <ac:spMk id="3" creationId="{CB024CC5-00AF-876C-F7CA-146754384CB0}"/>
          </ac:spMkLst>
        </pc:spChg>
      </pc:sldChg>
      <pc:sldChg chg="addSp delSp modSp mod ord">
        <pc:chgData name="Madhu Kashyap Negi" userId="440aafb5-ea17-4138-8a90-984f4cfbf498" providerId="ADAL" clId="{D600E3D8-BBB3-493C-AB84-45BC65D7C4EC}" dt="2026-02-19T03:36:43.406" v="5770" actId="20577"/>
        <pc:sldMkLst>
          <pc:docMk/>
          <pc:sldMk cId="1077724860" sldId="261"/>
        </pc:sldMkLst>
        <pc:spChg chg="mod">
          <ac:chgData name="Madhu Kashyap Negi" userId="440aafb5-ea17-4138-8a90-984f4cfbf498" providerId="ADAL" clId="{D600E3D8-BBB3-493C-AB84-45BC65D7C4EC}" dt="2026-02-19T03:36:43.406" v="5770" actId="20577"/>
          <ac:spMkLst>
            <pc:docMk/>
            <pc:sldMk cId="1077724860" sldId="261"/>
            <ac:spMk id="2" creationId="{EAC2C796-D371-7EE6-056A-4956DC25840D}"/>
          </ac:spMkLst>
        </pc:spChg>
        <pc:spChg chg="add mod">
          <ac:chgData name="Madhu Kashyap Negi" userId="440aafb5-ea17-4138-8a90-984f4cfbf498" providerId="ADAL" clId="{D600E3D8-BBB3-493C-AB84-45BC65D7C4EC}" dt="2026-02-17T16:36:59.422" v="5547" actId="1036"/>
          <ac:spMkLst>
            <pc:docMk/>
            <pc:sldMk cId="1077724860" sldId="261"/>
            <ac:spMk id="4" creationId="{EF7EC248-3ADB-09E4-1599-2209D1B130A9}"/>
          </ac:spMkLst>
        </pc:spChg>
        <pc:spChg chg="add mod">
          <ac:chgData name="Madhu Kashyap Negi" userId="440aafb5-ea17-4138-8a90-984f4cfbf498" providerId="ADAL" clId="{D600E3D8-BBB3-493C-AB84-45BC65D7C4EC}" dt="2026-02-17T16:36:45.702" v="5539" actId="207"/>
          <ac:spMkLst>
            <pc:docMk/>
            <pc:sldMk cId="1077724860" sldId="261"/>
            <ac:spMk id="8" creationId="{4AB600A4-8613-FD34-1533-1403370A244F}"/>
          </ac:spMkLst>
        </pc:spChg>
        <pc:spChg chg="add mod">
          <ac:chgData name="Madhu Kashyap Negi" userId="440aafb5-ea17-4138-8a90-984f4cfbf498" providerId="ADAL" clId="{D600E3D8-BBB3-493C-AB84-45BC65D7C4EC}" dt="2026-02-17T16:10:55.400" v="5191" actId="1076"/>
          <ac:spMkLst>
            <pc:docMk/>
            <pc:sldMk cId="1077724860" sldId="261"/>
            <ac:spMk id="14" creationId="{7E697A01-6617-1965-3509-A7D33D67AA80}"/>
          </ac:spMkLst>
        </pc:spChg>
        <pc:spChg chg="add mod">
          <ac:chgData name="Madhu Kashyap Negi" userId="440aafb5-ea17-4138-8a90-984f4cfbf498" providerId="ADAL" clId="{D600E3D8-BBB3-493C-AB84-45BC65D7C4EC}" dt="2026-02-17T16:37:18.033" v="5551" actId="1037"/>
          <ac:spMkLst>
            <pc:docMk/>
            <pc:sldMk cId="1077724860" sldId="261"/>
            <ac:spMk id="15" creationId="{3226FFF5-DEA3-AB05-DCB0-905DA93CC040}"/>
          </ac:spMkLst>
        </pc:spChg>
        <pc:graphicFrameChg chg="add mod modGraphic">
          <ac:chgData name="Madhu Kashyap Negi" userId="440aafb5-ea17-4138-8a90-984f4cfbf498" providerId="ADAL" clId="{D600E3D8-BBB3-493C-AB84-45BC65D7C4EC}" dt="2026-02-17T16:04:33.489" v="5116" actId="1076"/>
          <ac:graphicFrameMkLst>
            <pc:docMk/>
            <pc:sldMk cId="1077724860" sldId="261"/>
            <ac:graphicFrameMk id="6" creationId="{A74E0E20-B0F9-30DD-2C81-CED80B0BD2A5}"/>
          </ac:graphicFrameMkLst>
        </pc:graphicFrameChg>
        <pc:graphicFrameChg chg="add mod modGraphic">
          <ac:chgData name="Madhu Kashyap Negi" userId="440aafb5-ea17-4138-8a90-984f4cfbf498" providerId="ADAL" clId="{D600E3D8-BBB3-493C-AB84-45BC65D7C4EC}" dt="2026-02-17T16:50:10.223" v="5561" actId="113"/>
          <ac:graphicFrameMkLst>
            <pc:docMk/>
            <pc:sldMk cId="1077724860" sldId="261"/>
            <ac:graphicFrameMk id="9" creationId="{B4117E0B-0EC4-8EA4-EC74-F10C260A6712}"/>
          </ac:graphicFrameMkLst>
        </pc:graphicFrameChg>
        <pc:graphicFrameChg chg="add mod modGraphic">
          <ac:chgData name="Madhu Kashyap Negi" userId="440aafb5-ea17-4138-8a90-984f4cfbf498" providerId="ADAL" clId="{D600E3D8-BBB3-493C-AB84-45BC65D7C4EC}" dt="2026-02-17T16:34:59.980" v="5531" actId="255"/>
          <ac:graphicFrameMkLst>
            <pc:docMk/>
            <pc:sldMk cId="1077724860" sldId="261"/>
            <ac:graphicFrameMk id="17" creationId="{40C4B71D-F051-2B38-22AE-AC9C09205348}"/>
          </ac:graphicFrameMkLst>
        </pc:graphicFrameChg>
        <pc:graphicFrameChg chg="add mod modGraphic">
          <ac:chgData name="Madhu Kashyap Negi" userId="440aafb5-ea17-4138-8a90-984f4cfbf498" providerId="ADAL" clId="{D600E3D8-BBB3-493C-AB84-45BC65D7C4EC}" dt="2026-02-17T16:17:58.189" v="5221" actId="478"/>
          <ac:graphicFrameMkLst>
            <pc:docMk/>
            <pc:sldMk cId="1077724860" sldId="261"/>
            <ac:graphicFrameMk id="18" creationId="{98F6DB85-04FB-E0B4-7419-DBF94008F370}"/>
          </ac:graphicFrameMkLst>
        </pc:graphicFrameChg>
      </pc:sldChg>
      <pc:sldChg chg="addSp delSp modSp mod modNotesTx">
        <pc:chgData name="Madhu Kashyap Negi" userId="440aafb5-ea17-4138-8a90-984f4cfbf498" providerId="ADAL" clId="{D600E3D8-BBB3-493C-AB84-45BC65D7C4EC}" dt="2026-02-19T04:37:10.848" v="6182" actId="20577"/>
        <pc:sldMkLst>
          <pc:docMk/>
          <pc:sldMk cId="3547097812" sldId="262"/>
        </pc:sldMkLst>
        <pc:spChg chg="mod">
          <ac:chgData name="Madhu Kashyap Negi" userId="440aafb5-ea17-4138-8a90-984f4cfbf498" providerId="ADAL" clId="{D600E3D8-BBB3-493C-AB84-45BC65D7C4EC}" dt="2026-02-14T12:35:53.093" v="1910" actId="1035"/>
          <ac:spMkLst>
            <pc:docMk/>
            <pc:sldMk cId="3547097812" sldId="262"/>
            <ac:spMk id="2" creationId="{DAC66CBD-FC59-BE59-2070-B5315E2C8921}"/>
          </ac:spMkLst>
        </pc:spChg>
        <pc:spChg chg="mod">
          <ac:chgData name="Madhu Kashyap Negi" userId="440aafb5-ea17-4138-8a90-984f4cfbf498" providerId="ADAL" clId="{D600E3D8-BBB3-493C-AB84-45BC65D7C4EC}" dt="2026-02-19T04:37:10.848" v="6182" actId="20577"/>
          <ac:spMkLst>
            <pc:docMk/>
            <pc:sldMk cId="3547097812" sldId="262"/>
            <ac:spMk id="3" creationId="{CE3E25AA-71BA-D0F6-3993-32491BD06DD7}"/>
          </ac:spMkLst>
        </pc:spChg>
      </pc:sldChg>
      <pc:sldChg chg="modSp mod">
        <pc:chgData name="Madhu Kashyap Negi" userId="440aafb5-ea17-4138-8a90-984f4cfbf498" providerId="ADAL" clId="{D600E3D8-BBB3-493C-AB84-45BC65D7C4EC}" dt="2026-02-16T18:22:39.774" v="4237" actId="1076"/>
        <pc:sldMkLst>
          <pc:docMk/>
          <pc:sldMk cId="2724917500" sldId="263"/>
        </pc:sldMkLst>
        <pc:spChg chg="mod">
          <ac:chgData name="Madhu Kashyap Negi" userId="440aafb5-ea17-4138-8a90-984f4cfbf498" providerId="ADAL" clId="{D600E3D8-BBB3-493C-AB84-45BC65D7C4EC}" dt="2026-02-16T18:22:39.774" v="4237" actId="1076"/>
          <ac:spMkLst>
            <pc:docMk/>
            <pc:sldMk cId="2724917500" sldId="263"/>
            <ac:spMk id="3" creationId="{A6188C38-4C0A-7C78-2FF6-39EB62252E81}"/>
          </ac:spMkLst>
        </pc:spChg>
      </pc:sldChg>
      <pc:sldChg chg="modSp mod">
        <pc:chgData name="Madhu Kashyap Negi" userId="440aafb5-ea17-4138-8a90-984f4cfbf498" providerId="ADAL" clId="{D600E3D8-BBB3-493C-AB84-45BC65D7C4EC}" dt="2026-02-19T05:07:34.389" v="6427" actId="313"/>
        <pc:sldMkLst>
          <pc:docMk/>
          <pc:sldMk cId="3645671189" sldId="266"/>
        </pc:sldMkLst>
        <pc:spChg chg="mod">
          <ac:chgData name="Madhu Kashyap Negi" userId="440aafb5-ea17-4138-8a90-984f4cfbf498" providerId="ADAL" clId="{D600E3D8-BBB3-493C-AB84-45BC65D7C4EC}" dt="2026-02-19T05:07:34.389" v="6427" actId="313"/>
          <ac:spMkLst>
            <pc:docMk/>
            <pc:sldMk cId="3645671189" sldId="266"/>
            <ac:spMk id="3" creationId="{3D7D4913-00D1-0B0F-38B7-C226FBBC330D}"/>
          </ac:spMkLst>
        </pc:spChg>
      </pc:sldChg>
      <pc:sldChg chg="modSp mod">
        <pc:chgData name="Madhu Kashyap Negi" userId="440aafb5-ea17-4138-8a90-984f4cfbf498" providerId="ADAL" clId="{D600E3D8-BBB3-493C-AB84-45BC65D7C4EC}" dt="2026-02-17T17:29:38.516" v="5650" actId="20577"/>
        <pc:sldMkLst>
          <pc:docMk/>
          <pc:sldMk cId="2154956931" sldId="267"/>
        </pc:sldMkLst>
        <pc:spChg chg="mod">
          <ac:chgData name="Madhu Kashyap Negi" userId="440aafb5-ea17-4138-8a90-984f4cfbf498" providerId="ADAL" clId="{D600E3D8-BBB3-493C-AB84-45BC65D7C4EC}" dt="2026-02-17T17:29:38.516" v="5650" actId="20577"/>
          <ac:spMkLst>
            <pc:docMk/>
            <pc:sldMk cId="2154956931" sldId="267"/>
            <ac:spMk id="3" creationId="{996084D1-BF8A-599C-4DEE-5FD15C78EC1C}"/>
          </ac:spMkLst>
        </pc:spChg>
      </pc:sldChg>
      <pc:sldChg chg="modSp add mod">
        <pc:chgData name="Madhu Kashyap Negi" userId="440aafb5-ea17-4138-8a90-984f4cfbf498" providerId="ADAL" clId="{D600E3D8-BBB3-493C-AB84-45BC65D7C4EC}" dt="2026-02-15T04:13:39.099" v="2280" actId="20577"/>
        <pc:sldMkLst>
          <pc:docMk/>
          <pc:sldMk cId="2532861655" sldId="268"/>
        </pc:sldMkLst>
        <pc:spChg chg="mod">
          <ac:chgData name="Madhu Kashyap Negi" userId="440aafb5-ea17-4138-8a90-984f4cfbf498" providerId="ADAL" clId="{D600E3D8-BBB3-493C-AB84-45BC65D7C4EC}" dt="2026-02-14T11:57:37.484" v="1443" actId="20577"/>
          <ac:spMkLst>
            <pc:docMk/>
            <pc:sldMk cId="2532861655" sldId="268"/>
            <ac:spMk id="2" creationId="{CDB1B3E6-B7D1-D2AA-7540-CF9D7456EA5D}"/>
          </ac:spMkLst>
        </pc:spChg>
        <pc:spChg chg="mod">
          <ac:chgData name="Madhu Kashyap Negi" userId="440aafb5-ea17-4138-8a90-984f4cfbf498" providerId="ADAL" clId="{D600E3D8-BBB3-493C-AB84-45BC65D7C4EC}" dt="2026-02-15T04:13:39.099" v="2280" actId="20577"/>
          <ac:spMkLst>
            <pc:docMk/>
            <pc:sldMk cId="2532861655" sldId="268"/>
            <ac:spMk id="3" creationId="{6A129DF4-34EC-AB07-BB3B-B47305495620}"/>
          </ac:spMkLst>
        </pc:spChg>
      </pc:sldChg>
      <pc:sldChg chg="addSp delSp modSp add mod">
        <pc:chgData name="Madhu Kashyap Negi" userId="440aafb5-ea17-4138-8a90-984f4cfbf498" providerId="ADAL" clId="{D600E3D8-BBB3-493C-AB84-45BC65D7C4EC}" dt="2026-02-19T04:29:25.840" v="5920" actId="13926"/>
        <pc:sldMkLst>
          <pc:docMk/>
          <pc:sldMk cId="1731705702" sldId="269"/>
        </pc:sldMkLst>
        <pc:spChg chg="mod">
          <ac:chgData name="Madhu Kashyap Negi" userId="440aafb5-ea17-4138-8a90-984f4cfbf498" providerId="ADAL" clId="{D600E3D8-BBB3-493C-AB84-45BC65D7C4EC}" dt="2026-02-19T04:29:25.840" v="5920" actId="13926"/>
          <ac:spMkLst>
            <pc:docMk/>
            <pc:sldMk cId="1731705702" sldId="269"/>
            <ac:spMk id="3" creationId="{B9655FF7-BE9F-0047-1163-DB525B7FACF4}"/>
          </ac:spMkLst>
        </pc:spChg>
      </pc:sldChg>
      <pc:sldChg chg="modSp add mod">
        <pc:chgData name="Madhu Kashyap Negi" userId="440aafb5-ea17-4138-8a90-984f4cfbf498" providerId="ADAL" clId="{D600E3D8-BBB3-493C-AB84-45BC65D7C4EC}" dt="2026-02-19T04:31:22.677" v="6004" actId="6549"/>
        <pc:sldMkLst>
          <pc:docMk/>
          <pc:sldMk cId="678505550" sldId="270"/>
        </pc:sldMkLst>
        <pc:spChg chg="mod">
          <ac:chgData name="Madhu Kashyap Negi" userId="440aafb5-ea17-4138-8a90-984f4cfbf498" providerId="ADAL" clId="{D600E3D8-BBB3-493C-AB84-45BC65D7C4EC}" dt="2026-02-19T04:31:22.677" v="6004" actId="6549"/>
          <ac:spMkLst>
            <pc:docMk/>
            <pc:sldMk cId="678505550" sldId="270"/>
            <ac:spMk id="3" creationId="{EAF3AAD2-1882-FC29-FE2A-55309B1C0AE2}"/>
          </ac:spMkLst>
        </pc:spChg>
      </pc:sldChg>
      <pc:sldChg chg="modSp add mod">
        <pc:chgData name="Madhu Kashyap Negi" userId="440aafb5-ea17-4138-8a90-984f4cfbf498" providerId="ADAL" clId="{D600E3D8-BBB3-493C-AB84-45BC65D7C4EC}" dt="2026-02-19T04:44:13.899" v="6233" actId="20577"/>
        <pc:sldMkLst>
          <pc:docMk/>
          <pc:sldMk cId="3507992885" sldId="271"/>
        </pc:sldMkLst>
        <pc:spChg chg="mod">
          <ac:chgData name="Madhu Kashyap Negi" userId="440aafb5-ea17-4138-8a90-984f4cfbf498" providerId="ADAL" clId="{D600E3D8-BBB3-493C-AB84-45BC65D7C4EC}" dt="2026-02-18T12:20:41.837" v="5736" actId="1035"/>
          <ac:spMkLst>
            <pc:docMk/>
            <pc:sldMk cId="3507992885" sldId="271"/>
            <ac:spMk id="2" creationId="{65B3CB1B-8620-22D7-1635-FDCF0196E206}"/>
          </ac:spMkLst>
        </pc:spChg>
        <pc:spChg chg="mod">
          <ac:chgData name="Madhu Kashyap Negi" userId="440aafb5-ea17-4138-8a90-984f4cfbf498" providerId="ADAL" clId="{D600E3D8-BBB3-493C-AB84-45BC65D7C4EC}" dt="2026-02-19T04:44:13.899" v="6233" actId="20577"/>
          <ac:spMkLst>
            <pc:docMk/>
            <pc:sldMk cId="3507992885" sldId="271"/>
            <ac:spMk id="3" creationId="{7AE741D5-1147-8C7F-655E-CE7EF5C9D3E7}"/>
          </ac:spMkLst>
        </pc:spChg>
      </pc:sldChg>
      <pc:sldChg chg="modSp add mod ord">
        <pc:chgData name="Madhu Kashyap Negi" userId="440aafb5-ea17-4138-8a90-984f4cfbf498" providerId="ADAL" clId="{D600E3D8-BBB3-493C-AB84-45BC65D7C4EC}" dt="2026-02-19T05:18:34.969" v="6446" actId="1076"/>
        <pc:sldMkLst>
          <pc:docMk/>
          <pc:sldMk cId="4276595425" sldId="272"/>
        </pc:sldMkLst>
        <pc:spChg chg="mod">
          <ac:chgData name="Madhu Kashyap Negi" userId="440aafb5-ea17-4138-8a90-984f4cfbf498" providerId="ADAL" clId="{D600E3D8-BBB3-493C-AB84-45BC65D7C4EC}" dt="2026-02-19T05:18:34.969" v="6446" actId="1076"/>
          <ac:spMkLst>
            <pc:docMk/>
            <pc:sldMk cId="4276595425" sldId="272"/>
            <ac:spMk id="3" creationId="{3F796A6F-CEC4-77A3-006B-04AA6ECBB38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6606E0-9D51-4C95-B5B3-437E32EE1C56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286965-1C38-4011-87A2-F3BA92C43D75}">
      <dgm:prSet phldrT="[Text]" phldr="0" custT="1"/>
      <dgm:spPr>
        <a:solidFill>
          <a:schemeClr val="tx2">
            <a:lumMod val="10000"/>
            <a:lumOff val="9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Population</a:t>
          </a:r>
        </a:p>
      </dgm:t>
    </dgm:pt>
    <dgm:pt modelId="{A2FDB55F-BA05-4B09-A86F-29E4D4776DFE}" type="parTrans" cxnId="{98ED84A8-95BD-4503-8A55-4D38CD32E38B}">
      <dgm:prSet/>
      <dgm:spPr/>
      <dgm:t>
        <a:bodyPr/>
        <a:lstStyle/>
        <a:p>
          <a:endParaRPr lang="en-US" sz="1400"/>
        </a:p>
      </dgm:t>
    </dgm:pt>
    <dgm:pt modelId="{72A83A96-D66E-4CD4-AA57-06249527525B}" type="sibTrans" cxnId="{98ED84A8-95BD-4503-8A55-4D38CD32E38B}">
      <dgm:prSet/>
      <dgm:spPr/>
      <dgm:t>
        <a:bodyPr/>
        <a:lstStyle/>
        <a:p>
          <a:endParaRPr lang="en-US" sz="1400"/>
        </a:p>
      </dgm:t>
    </dgm:pt>
    <dgm:pt modelId="{D7BB204B-316B-482B-AD42-556ADBF329E5}">
      <dgm:prSet phldrT="[Text]" phldr="0" custT="1"/>
      <dgm:spPr>
        <a:solidFill>
          <a:schemeClr val="accent2">
            <a:lumMod val="20000"/>
            <a:lumOff val="80000"/>
          </a:schemeClr>
        </a:solidFill>
      </dgm:spPr>
      <dgm:t>
        <a:bodyPr lIns="0" rIns="0" anchor="ctr" anchorCtr="0"/>
        <a:lstStyle/>
        <a:p>
          <a:r>
            <a:rPr lang="en-US" sz="1700" b="1" dirty="0">
              <a:solidFill>
                <a:schemeClr val="tx1"/>
              </a:solidFill>
              <a:highlight>
                <a:srgbClr val="00FFFF"/>
              </a:highlight>
            </a:rPr>
            <a:t>Pledges</a:t>
          </a:r>
        </a:p>
      </dgm:t>
    </dgm:pt>
    <dgm:pt modelId="{5B17BDE7-07CF-4FAB-8040-25BC6E50EF72}" type="parTrans" cxnId="{07D7CEB9-2690-4104-8DA6-F974A46F3CA0}">
      <dgm:prSet/>
      <dgm:spPr/>
      <dgm:t>
        <a:bodyPr/>
        <a:lstStyle/>
        <a:p>
          <a:endParaRPr lang="en-US" sz="1400"/>
        </a:p>
      </dgm:t>
    </dgm:pt>
    <dgm:pt modelId="{4CE9BD42-23D0-4236-A126-14CD8C9A5FC9}" type="sibTrans" cxnId="{07D7CEB9-2690-4104-8DA6-F974A46F3CA0}">
      <dgm:prSet/>
      <dgm:spPr/>
      <dgm:t>
        <a:bodyPr/>
        <a:lstStyle/>
        <a:p>
          <a:endParaRPr lang="en-US" sz="1400"/>
        </a:p>
      </dgm:t>
    </dgm:pt>
    <dgm:pt modelId="{2EF9014D-5A4E-47E0-98FA-BF11693C80DE}">
      <dgm:prSet phldrT="[Text]" phldr="0" custT="1"/>
      <dgm:spPr>
        <a:solidFill>
          <a:schemeClr val="accent3">
            <a:lumMod val="20000"/>
            <a:lumOff val="8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Deaths</a:t>
          </a:r>
        </a:p>
      </dgm:t>
    </dgm:pt>
    <dgm:pt modelId="{1CF366FF-ABCE-4246-94F8-92F5C343FC8B}" type="parTrans" cxnId="{8510CB10-9DBC-434D-816B-DDCC3FBF79C3}">
      <dgm:prSet/>
      <dgm:spPr/>
      <dgm:t>
        <a:bodyPr/>
        <a:lstStyle/>
        <a:p>
          <a:endParaRPr lang="en-US" sz="1400"/>
        </a:p>
      </dgm:t>
    </dgm:pt>
    <dgm:pt modelId="{EF038C1A-9D49-4940-ADD8-6FA5E1589C7B}" type="sibTrans" cxnId="{8510CB10-9DBC-434D-816B-DDCC3FBF79C3}">
      <dgm:prSet/>
      <dgm:spPr/>
      <dgm:t>
        <a:bodyPr/>
        <a:lstStyle/>
        <a:p>
          <a:endParaRPr lang="en-US" sz="1400"/>
        </a:p>
      </dgm:t>
    </dgm:pt>
    <dgm:pt modelId="{5599DFE2-EB7B-4A7E-939B-29776959A921}">
      <dgm:prSet phldrT="[Text]" phldr="0" custT="1"/>
      <dgm:spPr>
        <a:solidFill>
          <a:schemeClr val="accent5">
            <a:lumMod val="20000"/>
            <a:lumOff val="8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</a:rPr>
            <a:t>Transplants</a:t>
          </a:r>
        </a:p>
      </dgm:t>
    </dgm:pt>
    <dgm:pt modelId="{856182E6-2173-470C-B50A-6F581D84DA1B}" type="parTrans" cxnId="{62DF5136-98B2-4BD2-9E73-B831756F1154}">
      <dgm:prSet/>
      <dgm:spPr/>
      <dgm:t>
        <a:bodyPr/>
        <a:lstStyle/>
        <a:p>
          <a:endParaRPr lang="en-US" sz="1400"/>
        </a:p>
      </dgm:t>
    </dgm:pt>
    <dgm:pt modelId="{BCBB866A-8B0C-4201-B8D0-882FD19189F9}" type="sibTrans" cxnId="{62DF5136-98B2-4BD2-9E73-B831756F1154}">
      <dgm:prSet/>
      <dgm:spPr/>
      <dgm:t>
        <a:bodyPr/>
        <a:lstStyle/>
        <a:p>
          <a:endParaRPr lang="en-US" sz="1400"/>
        </a:p>
      </dgm:t>
    </dgm:pt>
    <dgm:pt modelId="{65F6F089-A7F4-4FE9-A7BC-10D703989F4B}">
      <dgm:prSet phldrT="[Text]" phldr="0" custT="1"/>
      <dgm:spPr>
        <a:solidFill>
          <a:schemeClr val="accent1">
            <a:lumMod val="20000"/>
            <a:lumOff val="80000"/>
          </a:schemeClr>
        </a:solidFill>
      </dgm:spPr>
      <dgm:t>
        <a:bodyPr/>
        <a:lstStyle/>
        <a:p>
          <a:r>
            <a:rPr lang="en-US" sz="1400" dirty="0">
              <a:solidFill>
                <a:schemeClr val="tx1"/>
              </a:solidFill>
              <a:highlight>
                <a:srgbClr val="00FFFF"/>
              </a:highlight>
            </a:rPr>
            <a:t>Family Consent</a:t>
          </a:r>
        </a:p>
      </dgm:t>
    </dgm:pt>
    <dgm:pt modelId="{A5141D73-CEB8-4BC4-9091-84DD1EF0848F}" type="parTrans" cxnId="{D77BFB97-C9BB-417F-A28D-E3508076343D}">
      <dgm:prSet/>
      <dgm:spPr/>
      <dgm:t>
        <a:bodyPr/>
        <a:lstStyle/>
        <a:p>
          <a:endParaRPr lang="en-US"/>
        </a:p>
      </dgm:t>
    </dgm:pt>
    <dgm:pt modelId="{91896BCD-33F7-49A5-9B87-CDA2245010F2}" type="sibTrans" cxnId="{D77BFB97-C9BB-417F-A28D-E3508076343D}">
      <dgm:prSet/>
      <dgm:spPr/>
      <dgm:t>
        <a:bodyPr/>
        <a:lstStyle/>
        <a:p>
          <a:endParaRPr lang="en-US"/>
        </a:p>
      </dgm:t>
    </dgm:pt>
    <dgm:pt modelId="{34467123-6B88-48A1-8740-4D27537FCE18}" type="pres">
      <dgm:prSet presAssocID="{306606E0-9D51-4C95-B5B3-437E32EE1C56}" presName="Name0" presStyleCnt="0">
        <dgm:presLayoutVars>
          <dgm:chMax val="7"/>
          <dgm:resizeHandles val="exact"/>
        </dgm:presLayoutVars>
      </dgm:prSet>
      <dgm:spPr/>
    </dgm:pt>
    <dgm:pt modelId="{BFBF69A6-AE42-4A98-B4AB-D0F74CF94FF6}" type="pres">
      <dgm:prSet presAssocID="{306606E0-9D51-4C95-B5B3-437E32EE1C56}" presName="comp1" presStyleCnt="0"/>
      <dgm:spPr/>
    </dgm:pt>
    <dgm:pt modelId="{09224166-62FB-4C6D-B6CC-6BA2EF99EE82}" type="pres">
      <dgm:prSet presAssocID="{306606E0-9D51-4C95-B5B3-437E32EE1C56}" presName="circle1" presStyleLbl="node1" presStyleIdx="0" presStyleCnt="5" custScaleX="51461"/>
      <dgm:spPr/>
    </dgm:pt>
    <dgm:pt modelId="{0AF1741E-CB89-4FE7-BCBD-99D5DC178BC5}" type="pres">
      <dgm:prSet presAssocID="{306606E0-9D51-4C95-B5B3-437E32EE1C56}" presName="c1text" presStyleLbl="node1" presStyleIdx="0" presStyleCnt="5">
        <dgm:presLayoutVars>
          <dgm:bulletEnabled val="1"/>
        </dgm:presLayoutVars>
      </dgm:prSet>
      <dgm:spPr/>
    </dgm:pt>
    <dgm:pt modelId="{BC70B49F-3000-456E-9223-06A8A92F05F0}" type="pres">
      <dgm:prSet presAssocID="{306606E0-9D51-4C95-B5B3-437E32EE1C56}" presName="comp2" presStyleCnt="0"/>
      <dgm:spPr/>
    </dgm:pt>
    <dgm:pt modelId="{3CB60E0D-8C8F-4DE4-83BC-2A2C58C5E190}" type="pres">
      <dgm:prSet presAssocID="{306606E0-9D51-4C95-B5B3-437E32EE1C56}" presName="circle2" presStyleLbl="node1" presStyleIdx="1" presStyleCnt="5" custScaleX="52862" custScaleY="88281"/>
      <dgm:spPr/>
    </dgm:pt>
    <dgm:pt modelId="{5A625066-CFEF-4247-AD3D-B79090792A66}" type="pres">
      <dgm:prSet presAssocID="{306606E0-9D51-4C95-B5B3-437E32EE1C56}" presName="c2text" presStyleLbl="node1" presStyleIdx="1" presStyleCnt="5">
        <dgm:presLayoutVars>
          <dgm:bulletEnabled val="1"/>
        </dgm:presLayoutVars>
      </dgm:prSet>
      <dgm:spPr/>
    </dgm:pt>
    <dgm:pt modelId="{BF86DA1D-F5D5-455D-B78D-49259ABF9E9C}" type="pres">
      <dgm:prSet presAssocID="{306606E0-9D51-4C95-B5B3-437E32EE1C56}" presName="comp3" presStyleCnt="0"/>
      <dgm:spPr/>
    </dgm:pt>
    <dgm:pt modelId="{135A801E-B243-4014-AE69-81A42860BD08}" type="pres">
      <dgm:prSet presAssocID="{306606E0-9D51-4C95-B5B3-437E32EE1C56}" presName="circle3" presStyleLbl="node1" presStyleIdx="2" presStyleCnt="5" custScaleX="56420" custScaleY="78283"/>
      <dgm:spPr/>
    </dgm:pt>
    <dgm:pt modelId="{838F01B4-4EA3-455A-BEBA-6852DD502CB6}" type="pres">
      <dgm:prSet presAssocID="{306606E0-9D51-4C95-B5B3-437E32EE1C56}" presName="c3text" presStyleLbl="node1" presStyleIdx="2" presStyleCnt="5">
        <dgm:presLayoutVars>
          <dgm:bulletEnabled val="1"/>
        </dgm:presLayoutVars>
      </dgm:prSet>
      <dgm:spPr/>
    </dgm:pt>
    <dgm:pt modelId="{FC4A7AD4-7777-4D6E-8A19-2F499229708B}" type="pres">
      <dgm:prSet presAssocID="{306606E0-9D51-4C95-B5B3-437E32EE1C56}" presName="comp4" presStyleCnt="0"/>
      <dgm:spPr/>
    </dgm:pt>
    <dgm:pt modelId="{2ED21027-6656-4871-BEB6-74D7C474B321}" type="pres">
      <dgm:prSet presAssocID="{306606E0-9D51-4C95-B5B3-437E32EE1C56}" presName="circle4" presStyleLbl="node1" presStyleIdx="3" presStyleCnt="5" custScaleX="62925" custScaleY="56690"/>
      <dgm:spPr/>
    </dgm:pt>
    <dgm:pt modelId="{9AD95E18-FB06-4069-9A88-5DF4BD124EE7}" type="pres">
      <dgm:prSet presAssocID="{306606E0-9D51-4C95-B5B3-437E32EE1C56}" presName="c4text" presStyleLbl="node1" presStyleIdx="3" presStyleCnt="5">
        <dgm:presLayoutVars>
          <dgm:bulletEnabled val="1"/>
        </dgm:presLayoutVars>
      </dgm:prSet>
      <dgm:spPr/>
    </dgm:pt>
    <dgm:pt modelId="{8FF38BCB-503D-479A-9400-17C49E6BAB22}" type="pres">
      <dgm:prSet presAssocID="{306606E0-9D51-4C95-B5B3-437E32EE1C56}" presName="comp5" presStyleCnt="0"/>
      <dgm:spPr/>
    </dgm:pt>
    <dgm:pt modelId="{660C056E-5BAD-4C72-BE4E-7CA8683E16D2}" type="pres">
      <dgm:prSet presAssocID="{306606E0-9D51-4C95-B5B3-437E32EE1C56}" presName="circle5" presStyleLbl="node1" presStyleIdx="4" presStyleCnt="5" custScaleX="62925" custScaleY="43512" custLinFactNeighborX="0" custLinFactNeighborY="-8532"/>
      <dgm:spPr/>
    </dgm:pt>
    <dgm:pt modelId="{09FD014B-CA9D-4A03-B5E6-FD515A58EA78}" type="pres">
      <dgm:prSet presAssocID="{306606E0-9D51-4C95-B5B3-437E32EE1C56}" presName="c5text" presStyleLbl="node1" presStyleIdx="4" presStyleCnt="5">
        <dgm:presLayoutVars>
          <dgm:bulletEnabled val="1"/>
        </dgm:presLayoutVars>
      </dgm:prSet>
      <dgm:spPr/>
    </dgm:pt>
  </dgm:ptLst>
  <dgm:cxnLst>
    <dgm:cxn modelId="{8510CB10-9DBC-434D-816B-DDCC3FBF79C3}" srcId="{306606E0-9D51-4C95-B5B3-437E32EE1C56}" destId="{2EF9014D-5A4E-47E0-98FA-BF11693C80DE}" srcOrd="2" destOrd="0" parTransId="{1CF366FF-ABCE-4246-94F8-92F5C343FC8B}" sibTransId="{EF038C1A-9D49-4940-ADD8-6FA5E1589C7B}"/>
    <dgm:cxn modelId="{C1924F19-D2F3-4DF3-AED7-717F36A1D790}" type="presOf" srcId="{306606E0-9D51-4C95-B5B3-437E32EE1C56}" destId="{34467123-6B88-48A1-8740-4D27537FCE18}" srcOrd="0" destOrd="0" presId="urn:microsoft.com/office/officeart/2005/8/layout/venn2"/>
    <dgm:cxn modelId="{9DC1B01F-A01D-4424-83BA-FB5D0E6C91F5}" type="presOf" srcId="{05286965-1C38-4011-87A2-F3BA92C43D75}" destId="{0AF1741E-CB89-4FE7-BCBD-99D5DC178BC5}" srcOrd="1" destOrd="0" presId="urn:microsoft.com/office/officeart/2005/8/layout/venn2"/>
    <dgm:cxn modelId="{3FFD9B24-ACFF-4CA5-B123-EDB547CDA81B}" type="presOf" srcId="{2EF9014D-5A4E-47E0-98FA-BF11693C80DE}" destId="{135A801E-B243-4014-AE69-81A42860BD08}" srcOrd="0" destOrd="0" presId="urn:microsoft.com/office/officeart/2005/8/layout/venn2"/>
    <dgm:cxn modelId="{62DF5136-98B2-4BD2-9E73-B831756F1154}" srcId="{306606E0-9D51-4C95-B5B3-437E32EE1C56}" destId="{5599DFE2-EB7B-4A7E-939B-29776959A921}" srcOrd="4" destOrd="0" parTransId="{856182E6-2173-470C-B50A-6F581D84DA1B}" sibTransId="{BCBB866A-8B0C-4201-B8D0-882FD19189F9}"/>
    <dgm:cxn modelId="{F7CCCD70-B7FB-44B3-85DD-539200F2EB98}" type="presOf" srcId="{D7BB204B-316B-482B-AD42-556ADBF329E5}" destId="{5A625066-CFEF-4247-AD3D-B79090792A66}" srcOrd="1" destOrd="0" presId="urn:microsoft.com/office/officeart/2005/8/layout/venn2"/>
    <dgm:cxn modelId="{D77BFB97-C9BB-417F-A28D-E3508076343D}" srcId="{306606E0-9D51-4C95-B5B3-437E32EE1C56}" destId="{65F6F089-A7F4-4FE9-A7BC-10D703989F4B}" srcOrd="3" destOrd="0" parTransId="{A5141D73-CEB8-4BC4-9091-84DD1EF0848F}" sibTransId="{91896BCD-33F7-49A5-9B87-CDA2245010F2}"/>
    <dgm:cxn modelId="{55D2A1A0-8695-4FA0-A51A-2EB4A560F23C}" type="presOf" srcId="{65F6F089-A7F4-4FE9-A7BC-10D703989F4B}" destId="{9AD95E18-FB06-4069-9A88-5DF4BD124EE7}" srcOrd="1" destOrd="0" presId="urn:microsoft.com/office/officeart/2005/8/layout/venn2"/>
    <dgm:cxn modelId="{98ED84A8-95BD-4503-8A55-4D38CD32E38B}" srcId="{306606E0-9D51-4C95-B5B3-437E32EE1C56}" destId="{05286965-1C38-4011-87A2-F3BA92C43D75}" srcOrd="0" destOrd="0" parTransId="{A2FDB55F-BA05-4B09-A86F-29E4D4776DFE}" sibTransId="{72A83A96-D66E-4CD4-AA57-06249527525B}"/>
    <dgm:cxn modelId="{1114D6AE-59C8-4B0E-A1BD-4D20FD896149}" type="presOf" srcId="{2EF9014D-5A4E-47E0-98FA-BF11693C80DE}" destId="{838F01B4-4EA3-455A-BEBA-6852DD502CB6}" srcOrd="1" destOrd="0" presId="urn:microsoft.com/office/officeart/2005/8/layout/venn2"/>
    <dgm:cxn modelId="{07D7CEB9-2690-4104-8DA6-F974A46F3CA0}" srcId="{306606E0-9D51-4C95-B5B3-437E32EE1C56}" destId="{D7BB204B-316B-482B-AD42-556ADBF329E5}" srcOrd="1" destOrd="0" parTransId="{5B17BDE7-07CF-4FAB-8040-25BC6E50EF72}" sibTransId="{4CE9BD42-23D0-4236-A126-14CD8C9A5FC9}"/>
    <dgm:cxn modelId="{66F87AD2-1C48-4553-A509-D38555E8D0F8}" type="presOf" srcId="{65F6F089-A7F4-4FE9-A7BC-10D703989F4B}" destId="{2ED21027-6656-4871-BEB6-74D7C474B321}" srcOrd="0" destOrd="0" presId="urn:microsoft.com/office/officeart/2005/8/layout/venn2"/>
    <dgm:cxn modelId="{A2DED7DC-CFD6-4DAA-9F82-CE964375F10E}" type="presOf" srcId="{5599DFE2-EB7B-4A7E-939B-29776959A921}" destId="{09FD014B-CA9D-4A03-B5E6-FD515A58EA78}" srcOrd="1" destOrd="0" presId="urn:microsoft.com/office/officeart/2005/8/layout/venn2"/>
    <dgm:cxn modelId="{70B11BE3-D53B-4A7E-8EC3-D034A8E68013}" type="presOf" srcId="{5599DFE2-EB7B-4A7E-939B-29776959A921}" destId="{660C056E-5BAD-4C72-BE4E-7CA8683E16D2}" srcOrd="0" destOrd="0" presId="urn:microsoft.com/office/officeart/2005/8/layout/venn2"/>
    <dgm:cxn modelId="{B82256FB-9AD6-46BF-817B-C5AACFEA566F}" type="presOf" srcId="{05286965-1C38-4011-87A2-F3BA92C43D75}" destId="{09224166-62FB-4C6D-B6CC-6BA2EF99EE82}" srcOrd="0" destOrd="0" presId="urn:microsoft.com/office/officeart/2005/8/layout/venn2"/>
    <dgm:cxn modelId="{77C589FC-4300-47AC-AE8F-3815109F9C5B}" type="presOf" srcId="{D7BB204B-316B-482B-AD42-556ADBF329E5}" destId="{3CB60E0D-8C8F-4DE4-83BC-2A2C58C5E190}" srcOrd="0" destOrd="0" presId="urn:microsoft.com/office/officeart/2005/8/layout/venn2"/>
    <dgm:cxn modelId="{DA972500-0F87-4920-97D1-2B6B28A27C25}" type="presParOf" srcId="{34467123-6B88-48A1-8740-4D27537FCE18}" destId="{BFBF69A6-AE42-4A98-B4AB-D0F74CF94FF6}" srcOrd="0" destOrd="0" presId="urn:microsoft.com/office/officeart/2005/8/layout/venn2"/>
    <dgm:cxn modelId="{DB42AF5D-09DC-4A1E-BF69-FD80733016C3}" type="presParOf" srcId="{BFBF69A6-AE42-4A98-B4AB-D0F74CF94FF6}" destId="{09224166-62FB-4C6D-B6CC-6BA2EF99EE82}" srcOrd="0" destOrd="0" presId="urn:microsoft.com/office/officeart/2005/8/layout/venn2"/>
    <dgm:cxn modelId="{313B63B3-C89D-4422-97C0-52B42D661ED9}" type="presParOf" srcId="{BFBF69A6-AE42-4A98-B4AB-D0F74CF94FF6}" destId="{0AF1741E-CB89-4FE7-BCBD-99D5DC178BC5}" srcOrd="1" destOrd="0" presId="urn:microsoft.com/office/officeart/2005/8/layout/venn2"/>
    <dgm:cxn modelId="{C6991C05-55FE-4E39-935C-4903CABB9D94}" type="presParOf" srcId="{34467123-6B88-48A1-8740-4D27537FCE18}" destId="{BC70B49F-3000-456E-9223-06A8A92F05F0}" srcOrd="1" destOrd="0" presId="urn:microsoft.com/office/officeart/2005/8/layout/venn2"/>
    <dgm:cxn modelId="{198D5720-D930-4B5E-B540-D549E6C6359B}" type="presParOf" srcId="{BC70B49F-3000-456E-9223-06A8A92F05F0}" destId="{3CB60E0D-8C8F-4DE4-83BC-2A2C58C5E190}" srcOrd="0" destOrd="0" presId="urn:microsoft.com/office/officeart/2005/8/layout/venn2"/>
    <dgm:cxn modelId="{97A86C82-162B-4F94-94B4-22A764171F8B}" type="presParOf" srcId="{BC70B49F-3000-456E-9223-06A8A92F05F0}" destId="{5A625066-CFEF-4247-AD3D-B79090792A66}" srcOrd="1" destOrd="0" presId="urn:microsoft.com/office/officeart/2005/8/layout/venn2"/>
    <dgm:cxn modelId="{B9013B13-46E1-4329-8C09-70034E238844}" type="presParOf" srcId="{34467123-6B88-48A1-8740-4D27537FCE18}" destId="{BF86DA1D-F5D5-455D-B78D-49259ABF9E9C}" srcOrd="2" destOrd="0" presId="urn:microsoft.com/office/officeart/2005/8/layout/venn2"/>
    <dgm:cxn modelId="{26814198-7077-4FAA-BEDE-AF0CE89037CF}" type="presParOf" srcId="{BF86DA1D-F5D5-455D-B78D-49259ABF9E9C}" destId="{135A801E-B243-4014-AE69-81A42860BD08}" srcOrd="0" destOrd="0" presId="urn:microsoft.com/office/officeart/2005/8/layout/venn2"/>
    <dgm:cxn modelId="{3A20D1F5-9EB4-41D2-BDD7-D96C96CC7D00}" type="presParOf" srcId="{BF86DA1D-F5D5-455D-B78D-49259ABF9E9C}" destId="{838F01B4-4EA3-455A-BEBA-6852DD502CB6}" srcOrd="1" destOrd="0" presId="urn:microsoft.com/office/officeart/2005/8/layout/venn2"/>
    <dgm:cxn modelId="{5A0FBFF8-9030-43B1-BAC3-3E174009255E}" type="presParOf" srcId="{34467123-6B88-48A1-8740-4D27537FCE18}" destId="{FC4A7AD4-7777-4D6E-8A19-2F499229708B}" srcOrd="3" destOrd="0" presId="urn:microsoft.com/office/officeart/2005/8/layout/venn2"/>
    <dgm:cxn modelId="{0EB51E66-6335-45E4-907F-21D7539129BF}" type="presParOf" srcId="{FC4A7AD4-7777-4D6E-8A19-2F499229708B}" destId="{2ED21027-6656-4871-BEB6-74D7C474B321}" srcOrd="0" destOrd="0" presId="urn:microsoft.com/office/officeart/2005/8/layout/venn2"/>
    <dgm:cxn modelId="{17CD09B2-9D6D-4274-8DF2-22F77CAAE4A2}" type="presParOf" srcId="{FC4A7AD4-7777-4D6E-8A19-2F499229708B}" destId="{9AD95E18-FB06-4069-9A88-5DF4BD124EE7}" srcOrd="1" destOrd="0" presId="urn:microsoft.com/office/officeart/2005/8/layout/venn2"/>
    <dgm:cxn modelId="{E352D3A1-5F4F-42D6-A408-8B1A175BEFB3}" type="presParOf" srcId="{34467123-6B88-48A1-8740-4D27537FCE18}" destId="{8FF38BCB-503D-479A-9400-17C49E6BAB22}" srcOrd="4" destOrd="0" presId="urn:microsoft.com/office/officeart/2005/8/layout/venn2"/>
    <dgm:cxn modelId="{0C3A5F35-5317-4533-8442-A557C39A3D81}" type="presParOf" srcId="{8FF38BCB-503D-479A-9400-17C49E6BAB22}" destId="{660C056E-5BAD-4C72-BE4E-7CA8683E16D2}" srcOrd="0" destOrd="0" presId="urn:microsoft.com/office/officeart/2005/8/layout/venn2"/>
    <dgm:cxn modelId="{C9625CDA-290D-4BBD-9D55-FE5BFBF4C0FC}" type="presParOf" srcId="{8FF38BCB-503D-479A-9400-17C49E6BAB22}" destId="{09FD014B-CA9D-4A03-B5E6-FD515A58EA78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CA8C025-3A02-4A7C-B281-DCCDAD262DC1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FE033C-8010-4ECA-A1F0-7BBBF0E33CF3}">
      <dgm:prSet phldrT="[Text]" phldr="0"/>
      <dgm:spPr/>
      <dgm:t>
        <a:bodyPr/>
        <a:lstStyle/>
        <a:p>
          <a:r>
            <a:rPr lang="en-US" dirty="0"/>
            <a:t>RTO portal (DL application)</a:t>
          </a:r>
        </a:p>
      </dgm:t>
    </dgm:pt>
    <dgm:pt modelId="{947124FD-29E4-49F8-8108-C742DDF5E0BB}" type="parTrans" cxnId="{A32C49FA-1362-4847-A159-DD4D69C5947B}">
      <dgm:prSet/>
      <dgm:spPr/>
      <dgm:t>
        <a:bodyPr/>
        <a:lstStyle/>
        <a:p>
          <a:endParaRPr lang="en-US"/>
        </a:p>
      </dgm:t>
    </dgm:pt>
    <dgm:pt modelId="{BD74F8C7-71AB-41A7-AC22-6165B9847BD1}" type="sibTrans" cxnId="{A32C49FA-1362-4847-A159-DD4D69C5947B}">
      <dgm:prSet/>
      <dgm:spPr/>
      <dgm:t>
        <a:bodyPr/>
        <a:lstStyle/>
        <a:p>
          <a:endParaRPr lang="en-US"/>
        </a:p>
      </dgm:t>
    </dgm:pt>
    <dgm:pt modelId="{7D8AC7B0-DF1F-4D7D-8804-53FC61B8522B}">
      <dgm:prSet phldrT="[Text]" phldr="0"/>
      <dgm:spPr/>
      <dgm:t>
        <a:bodyPr/>
        <a:lstStyle/>
        <a:p>
          <a:r>
            <a:rPr lang="en-US" dirty="0"/>
            <a:t>Simulated ID verification</a:t>
          </a:r>
        </a:p>
      </dgm:t>
    </dgm:pt>
    <dgm:pt modelId="{E4ED1D8F-C8D4-4C64-B19A-10B420D9F79B}" type="parTrans" cxnId="{5EF390B1-DCF4-4D26-A05B-6B23FF3B6CE4}">
      <dgm:prSet/>
      <dgm:spPr/>
      <dgm:t>
        <a:bodyPr/>
        <a:lstStyle/>
        <a:p>
          <a:endParaRPr lang="en-US"/>
        </a:p>
      </dgm:t>
    </dgm:pt>
    <dgm:pt modelId="{77C516E7-7074-4189-91F4-C37E250C9FE7}" type="sibTrans" cxnId="{5EF390B1-DCF4-4D26-A05B-6B23FF3B6CE4}">
      <dgm:prSet/>
      <dgm:spPr/>
      <dgm:t>
        <a:bodyPr/>
        <a:lstStyle/>
        <a:p>
          <a:endParaRPr lang="en-US"/>
        </a:p>
      </dgm:t>
    </dgm:pt>
    <dgm:pt modelId="{C52A399C-CB73-479B-AF15-B38055F449B0}">
      <dgm:prSet phldrT="[Text]" phldr="0"/>
      <dgm:spPr/>
      <dgm:t>
        <a:bodyPr/>
        <a:lstStyle/>
        <a:p>
          <a:r>
            <a:rPr lang="en-US" dirty="0"/>
            <a:t>User fills DL form. If he chooses to pledge</a:t>
          </a:r>
        </a:p>
      </dgm:t>
    </dgm:pt>
    <dgm:pt modelId="{B4C5EA86-8EFD-44E6-B0E7-0B75D2E38C99}" type="parTrans" cxnId="{2423FAA1-4D6D-4543-83D8-86161B659DCB}">
      <dgm:prSet/>
      <dgm:spPr/>
      <dgm:t>
        <a:bodyPr/>
        <a:lstStyle/>
        <a:p>
          <a:endParaRPr lang="en-US"/>
        </a:p>
      </dgm:t>
    </dgm:pt>
    <dgm:pt modelId="{4AAC15E3-AA33-4222-BD8C-4025347C1DD3}" type="sibTrans" cxnId="{2423FAA1-4D6D-4543-83D8-86161B659DCB}">
      <dgm:prSet/>
      <dgm:spPr/>
      <dgm:t>
        <a:bodyPr/>
        <a:lstStyle/>
        <a:p>
          <a:endParaRPr lang="en-US"/>
        </a:p>
      </dgm:t>
    </dgm:pt>
    <dgm:pt modelId="{65B7A127-FE00-474B-A2DA-70830C1E4CE5}">
      <dgm:prSet phldrT="[Text]" phldr="0"/>
      <dgm:spPr/>
      <dgm:t>
        <a:bodyPr/>
        <a:lstStyle/>
        <a:p>
          <a:pPr>
            <a:buNone/>
          </a:pPr>
          <a:r>
            <a:rPr lang="en-US" dirty="0"/>
            <a:t>Secure API Call to Registry Backend</a:t>
          </a:r>
          <a:r>
            <a:rPr lang="en-US" b="1" dirty="0"/>
            <a:t> </a:t>
          </a:r>
          <a:endParaRPr lang="en-US" dirty="0"/>
        </a:p>
      </dgm:t>
    </dgm:pt>
    <dgm:pt modelId="{F2D3D48B-6C94-43B1-BD27-29AA4D0192A4}" type="parTrans" cxnId="{718F672E-78F9-4AB4-BE39-A3915696C824}">
      <dgm:prSet/>
      <dgm:spPr/>
      <dgm:t>
        <a:bodyPr/>
        <a:lstStyle/>
        <a:p>
          <a:endParaRPr lang="en-US"/>
        </a:p>
      </dgm:t>
    </dgm:pt>
    <dgm:pt modelId="{0F2B2ADC-717B-4FBC-869E-1358454C9B77}" type="sibTrans" cxnId="{718F672E-78F9-4AB4-BE39-A3915696C824}">
      <dgm:prSet/>
      <dgm:spPr/>
      <dgm:t>
        <a:bodyPr/>
        <a:lstStyle/>
        <a:p>
          <a:endParaRPr lang="en-US"/>
        </a:p>
      </dgm:t>
    </dgm:pt>
    <dgm:pt modelId="{40566F64-C5F3-4627-BA82-539072FA7B1D}" type="pres">
      <dgm:prSet presAssocID="{ECA8C025-3A02-4A7C-B281-DCCDAD262DC1}" presName="linearFlow" presStyleCnt="0">
        <dgm:presLayoutVars>
          <dgm:resizeHandles val="exact"/>
        </dgm:presLayoutVars>
      </dgm:prSet>
      <dgm:spPr/>
    </dgm:pt>
    <dgm:pt modelId="{72698720-4346-4C2F-9348-849410736116}" type="pres">
      <dgm:prSet presAssocID="{DBFE033C-8010-4ECA-A1F0-7BBBF0E33CF3}" presName="node" presStyleLbl="node1" presStyleIdx="0" presStyleCnt="4">
        <dgm:presLayoutVars>
          <dgm:bulletEnabled val="1"/>
        </dgm:presLayoutVars>
      </dgm:prSet>
      <dgm:spPr/>
    </dgm:pt>
    <dgm:pt modelId="{E49FF99D-976F-4EDD-99EE-A62CECB4B97A}" type="pres">
      <dgm:prSet presAssocID="{BD74F8C7-71AB-41A7-AC22-6165B9847BD1}" presName="sibTrans" presStyleLbl="sibTrans2D1" presStyleIdx="0" presStyleCnt="3"/>
      <dgm:spPr/>
    </dgm:pt>
    <dgm:pt modelId="{F17DD902-1688-4C7C-ACC2-5170C0722DBF}" type="pres">
      <dgm:prSet presAssocID="{BD74F8C7-71AB-41A7-AC22-6165B9847BD1}" presName="connectorText" presStyleLbl="sibTrans2D1" presStyleIdx="0" presStyleCnt="3"/>
      <dgm:spPr/>
    </dgm:pt>
    <dgm:pt modelId="{7A513FE7-628B-4B7B-9D3F-2B6B531B3985}" type="pres">
      <dgm:prSet presAssocID="{7D8AC7B0-DF1F-4D7D-8804-53FC61B8522B}" presName="node" presStyleLbl="node1" presStyleIdx="1" presStyleCnt="4">
        <dgm:presLayoutVars>
          <dgm:bulletEnabled val="1"/>
        </dgm:presLayoutVars>
      </dgm:prSet>
      <dgm:spPr/>
    </dgm:pt>
    <dgm:pt modelId="{F884D726-D131-415A-AD9C-BA208DF0CF31}" type="pres">
      <dgm:prSet presAssocID="{77C516E7-7074-4189-91F4-C37E250C9FE7}" presName="sibTrans" presStyleLbl="sibTrans2D1" presStyleIdx="1" presStyleCnt="3"/>
      <dgm:spPr/>
    </dgm:pt>
    <dgm:pt modelId="{7B3DBD5A-9933-4837-AC61-A598F00C4F61}" type="pres">
      <dgm:prSet presAssocID="{77C516E7-7074-4189-91F4-C37E250C9FE7}" presName="connectorText" presStyleLbl="sibTrans2D1" presStyleIdx="1" presStyleCnt="3"/>
      <dgm:spPr/>
    </dgm:pt>
    <dgm:pt modelId="{EB8CC8B0-731E-46D9-A42D-D51070951038}" type="pres">
      <dgm:prSet presAssocID="{C52A399C-CB73-479B-AF15-B38055F449B0}" presName="node" presStyleLbl="node1" presStyleIdx="2" presStyleCnt="4">
        <dgm:presLayoutVars>
          <dgm:bulletEnabled val="1"/>
        </dgm:presLayoutVars>
      </dgm:prSet>
      <dgm:spPr/>
    </dgm:pt>
    <dgm:pt modelId="{D9DF65D2-19A0-4FE0-84B7-6FECCAEDE26A}" type="pres">
      <dgm:prSet presAssocID="{4AAC15E3-AA33-4222-BD8C-4025347C1DD3}" presName="sibTrans" presStyleLbl="sibTrans2D1" presStyleIdx="2" presStyleCnt="3"/>
      <dgm:spPr/>
    </dgm:pt>
    <dgm:pt modelId="{8D56130D-5643-4707-8A68-2CBF199488AB}" type="pres">
      <dgm:prSet presAssocID="{4AAC15E3-AA33-4222-BD8C-4025347C1DD3}" presName="connectorText" presStyleLbl="sibTrans2D1" presStyleIdx="2" presStyleCnt="3"/>
      <dgm:spPr/>
    </dgm:pt>
    <dgm:pt modelId="{8C985347-3D91-42E7-A864-46D6F3C121F5}" type="pres">
      <dgm:prSet presAssocID="{65B7A127-FE00-474B-A2DA-70830C1E4CE5}" presName="node" presStyleLbl="node1" presStyleIdx="3" presStyleCnt="4">
        <dgm:presLayoutVars>
          <dgm:bulletEnabled val="1"/>
        </dgm:presLayoutVars>
      </dgm:prSet>
      <dgm:spPr/>
    </dgm:pt>
  </dgm:ptLst>
  <dgm:cxnLst>
    <dgm:cxn modelId="{1D5DA903-3738-42B6-B3F5-BBA7D2B723C6}" type="presOf" srcId="{ECA8C025-3A02-4A7C-B281-DCCDAD262DC1}" destId="{40566F64-C5F3-4627-BA82-539072FA7B1D}" srcOrd="0" destOrd="0" presId="urn:microsoft.com/office/officeart/2005/8/layout/process2"/>
    <dgm:cxn modelId="{C267F41A-BDCD-417F-8915-8F1F69B9256A}" type="presOf" srcId="{7D8AC7B0-DF1F-4D7D-8804-53FC61B8522B}" destId="{7A513FE7-628B-4B7B-9D3F-2B6B531B3985}" srcOrd="0" destOrd="0" presId="urn:microsoft.com/office/officeart/2005/8/layout/process2"/>
    <dgm:cxn modelId="{822D8521-ED51-4649-877E-068B36B2D883}" type="presOf" srcId="{BD74F8C7-71AB-41A7-AC22-6165B9847BD1}" destId="{E49FF99D-976F-4EDD-99EE-A62CECB4B97A}" srcOrd="0" destOrd="0" presId="urn:microsoft.com/office/officeart/2005/8/layout/process2"/>
    <dgm:cxn modelId="{718F672E-78F9-4AB4-BE39-A3915696C824}" srcId="{ECA8C025-3A02-4A7C-B281-DCCDAD262DC1}" destId="{65B7A127-FE00-474B-A2DA-70830C1E4CE5}" srcOrd="3" destOrd="0" parTransId="{F2D3D48B-6C94-43B1-BD27-29AA4D0192A4}" sibTransId="{0F2B2ADC-717B-4FBC-869E-1358454C9B77}"/>
    <dgm:cxn modelId="{995A0062-AED7-46F2-866D-5F90070C32B4}" type="presOf" srcId="{65B7A127-FE00-474B-A2DA-70830C1E4CE5}" destId="{8C985347-3D91-42E7-A864-46D6F3C121F5}" srcOrd="0" destOrd="0" presId="urn:microsoft.com/office/officeart/2005/8/layout/process2"/>
    <dgm:cxn modelId="{3F7FAE53-20A4-499B-82E8-07444008F4A8}" type="presOf" srcId="{C52A399C-CB73-479B-AF15-B38055F449B0}" destId="{EB8CC8B0-731E-46D9-A42D-D51070951038}" srcOrd="0" destOrd="0" presId="urn:microsoft.com/office/officeart/2005/8/layout/process2"/>
    <dgm:cxn modelId="{BAC9EA54-7324-4E51-953B-9DD4116D8F4A}" type="presOf" srcId="{77C516E7-7074-4189-91F4-C37E250C9FE7}" destId="{7B3DBD5A-9933-4837-AC61-A598F00C4F61}" srcOrd="1" destOrd="0" presId="urn:microsoft.com/office/officeart/2005/8/layout/process2"/>
    <dgm:cxn modelId="{96339E58-05B9-4E2E-9491-251B19663DD0}" type="presOf" srcId="{4AAC15E3-AA33-4222-BD8C-4025347C1DD3}" destId="{8D56130D-5643-4707-8A68-2CBF199488AB}" srcOrd="1" destOrd="0" presId="urn:microsoft.com/office/officeart/2005/8/layout/process2"/>
    <dgm:cxn modelId="{54A4C897-ADEA-4CF4-8CD2-5701EDA77E0C}" type="presOf" srcId="{DBFE033C-8010-4ECA-A1F0-7BBBF0E33CF3}" destId="{72698720-4346-4C2F-9348-849410736116}" srcOrd="0" destOrd="0" presId="urn:microsoft.com/office/officeart/2005/8/layout/process2"/>
    <dgm:cxn modelId="{2423FAA1-4D6D-4543-83D8-86161B659DCB}" srcId="{ECA8C025-3A02-4A7C-B281-DCCDAD262DC1}" destId="{C52A399C-CB73-479B-AF15-B38055F449B0}" srcOrd="2" destOrd="0" parTransId="{B4C5EA86-8EFD-44E6-B0E7-0B75D2E38C99}" sibTransId="{4AAC15E3-AA33-4222-BD8C-4025347C1DD3}"/>
    <dgm:cxn modelId="{5EF390B1-DCF4-4D26-A05B-6B23FF3B6CE4}" srcId="{ECA8C025-3A02-4A7C-B281-DCCDAD262DC1}" destId="{7D8AC7B0-DF1F-4D7D-8804-53FC61B8522B}" srcOrd="1" destOrd="0" parTransId="{E4ED1D8F-C8D4-4C64-B19A-10B420D9F79B}" sibTransId="{77C516E7-7074-4189-91F4-C37E250C9FE7}"/>
    <dgm:cxn modelId="{0FF81FC5-A38D-424C-A4BD-C29D694B81A0}" type="presOf" srcId="{BD74F8C7-71AB-41A7-AC22-6165B9847BD1}" destId="{F17DD902-1688-4C7C-ACC2-5170C0722DBF}" srcOrd="1" destOrd="0" presId="urn:microsoft.com/office/officeart/2005/8/layout/process2"/>
    <dgm:cxn modelId="{FD2E42E2-830E-424B-95B2-E42EA3CCDD91}" type="presOf" srcId="{4AAC15E3-AA33-4222-BD8C-4025347C1DD3}" destId="{D9DF65D2-19A0-4FE0-84B7-6FECCAEDE26A}" srcOrd="0" destOrd="0" presId="urn:microsoft.com/office/officeart/2005/8/layout/process2"/>
    <dgm:cxn modelId="{48B9B6F7-8196-4ED3-9C94-61748D5BD5B6}" type="presOf" srcId="{77C516E7-7074-4189-91F4-C37E250C9FE7}" destId="{F884D726-D131-415A-AD9C-BA208DF0CF31}" srcOrd="0" destOrd="0" presId="urn:microsoft.com/office/officeart/2005/8/layout/process2"/>
    <dgm:cxn modelId="{A32C49FA-1362-4847-A159-DD4D69C5947B}" srcId="{ECA8C025-3A02-4A7C-B281-DCCDAD262DC1}" destId="{DBFE033C-8010-4ECA-A1F0-7BBBF0E33CF3}" srcOrd="0" destOrd="0" parTransId="{947124FD-29E4-49F8-8108-C742DDF5E0BB}" sibTransId="{BD74F8C7-71AB-41A7-AC22-6165B9847BD1}"/>
    <dgm:cxn modelId="{6C11A72F-25AD-4201-ACCE-D89BC905AF98}" type="presParOf" srcId="{40566F64-C5F3-4627-BA82-539072FA7B1D}" destId="{72698720-4346-4C2F-9348-849410736116}" srcOrd="0" destOrd="0" presId="urn:microsoft.com/office/officeart/2005/8/layout/process2"/>
    <dgm:cxn modelId="{01C0E8BA-99F1-4563-8A6A-0E69910B9240}" type="presParOf" srcId="{40566F64-C5F3-4627-BA82-539072FA7B1D}" destId="{E49FF99D-976F-4EDD-99EE-A62CECB4B97A}" srcOrd="1" destOrd="0" presId="urn:microsoft.com/office/officeart/2005/8/layout/process2"/>
    <dgm:cxn modelId="{52438C67-DB3C-4A65-A6E8-B82BDD730D7B}" type="presParOf" srcId="{E49FF99D-976F-4EDD-99EE-A62CECB4B97A}" destId="{F17DD902-1688-4C7C-ACC2-5170C0722DBF}" srcOrd="0" destOrd="0" presId="urn:microsoft.com/office/officeart/2005/8/layout/process2"/>
    <dgm:cxn modelId="{E9146698-C035-4825-B992-8A79D6AAECD8}" type="presParOf" srcId="{40566F64-C5F3-4627-BA82-539072FA7B1D}" destId="{7A513FE7-628B-4B7B-9D3F-2B6B531B3985}" srcOrd="2" destOrd="0" presId="urn:microsoft.com/office/officeart/2005/8/layout/process2"/>
    <dgm:cxn modelId="{1346002F-0182-47BA-B216-CD2C78A7F5CC}" type="presParOf" srcId="{40566F64-C5F3-4627-BA82-539072FA7B1D}" destId="{F884D726-D131-415A-AD9C-BA208DF0CF31}" srcOrd="3" destOrd="0" presId="urn:microsoft.com/office/officeart/2005/8/layout/process2"/>
    <dgm:cxn modelId="{C87D0D97-3F43-4290-AEE4-E26B8975C9A3}" type="presParOf" srcId="{F884D726-D131-415A-AD9C-BA208DF0CF31}" destId="{7B3DBD5A-9933-4837-AC61-A598F00C4F61}" srcOrd="0" destOrd="0" presId="urn:microsoft.com/office/officeart/2005/8/layout/process2"/>
    <dgm:cxn modelId="{0E392730-7902-4A59-AC63-682E824028A8}" type="presParOf" srcId="{40566F64-C5F3-4627-BA82-539072FA7B1D}" destId="{EB8CC8B0-731E-46D9-A42D-D51070951038}" srcOrd="4" destOrd="0" presId="urn:microsoft.com/office/officeart/2005/8/layout/process2"/>
    <dgm:cxn modelId="{49A1D727-EBFD-47C7-927B-8D66E953A346}" type="presParOf" srcId="{40566F64-C5F3-4627-BA82-539072FA7B1D}" destId="{D9DF65D2-19A0-4FE0-84B7-6FECCAEDE26A}" srcOrd="5" destOrd="0" presId="urn:microsoft.com/office/officeart/2005/8/layout/process2"/>
    <dgm:cxn modelId="{68DFE4B2-7602-40D8-9B3A-9DC732353B9D}" type="presParOf" srcId="{D9DF65D2-19A0-4FE0-84B7-6FECCAEDE26A}" destId="{8D56130D-5643-4707-8A68-2CBF199488AB}" srcOrd="0" destOrd="0" presId="urn:microsoft.com/office/officeart/2005/8/layout/process2"/>
    <dgm:cxn modelId="{18BBF411-B159-4458-AE18-A6131D47EF94}" type="presParOf" srcId="{40566F64-C5F3-4627-BA82-539072FA7B1D}" destId="{8C985347-3D91-42E7-A864-46D6F3C121F5}" srcOrd="6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CA8C025-3A02-4A7C-B281-DCCDAD262DC1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BFE033C-8010-4ECA-A1F0-7BBBF0E33CF3}">
      <dgm:prSet phldrT="[Text]" phldr="0"/>
      <dgm:spPr/>
      <dgm:t>
        <a:bodyPr/>
        <a:lstStyle/>
        <a:p>
          <a:r>
            <a:rPr lang="en-US" dirty="0"/>
            <a:t>Local Institution Portal e.g. College </a:t>
          </a:r>
        </a:p>
      </dgm:t>
    </dgm:pt>
    <dgm:pt modelId="{947124FD-29E4-49F8-8108-C742DDF5E0BB}" type="parTrans" cxnId="{A32C49FA-1362-4847-A159-DD4D69C5947B}">
      <dgm:prSet/>
      <dgm:spPr/>
      <dgm:t>
        <a:bodyPr/>
        <a:lstStyle/>
        <a:p>
          <a:endParaRPr lang="en-US"/>
        </a:p>
      </dgm:t>
    </dgm:pt>
    <dgm:pt modelId="{BD74F8C7-71AB-41A7-AC22-6165B9847BD1}" type="sibTrans" cxnId="{A32C49FA-1362-4847-A159-DD4D69C5947B}">
      <dgm:prSet/>
      <dgm:spPr/>
      <dgm:t>
        <a:bodyPr/>
        <a:lstStyle/>
        <a:p>
          <a:endParaRPr lang="en-US"/>
        </a:p>
      </dgm:t>
    </dgm:pt>
    <dgm:pt modelId="{7D8AC7B0-DF1F-4D7D-8804-53FC61B8522B}">
      <dgm:prSet phldrT="[Text]" phldr="0"/>
      <dgm:spPr/>
      <dgm:t>
        <a:bodyPr/>
        <a:lstStyle/>
        <a:p>
          <a:pPr>
            <a:buNone/>
          </a:pPr>
          <a:r>
            <a:rPr lang="en-US" dirty="0"/>
            <a:t>Voluntary Redirect to </a:t>
          </a:r>
          <a:r>
            <a:rPr lang="en-US" b="1" dirty="0"/>
            <a:t>Registry Frontend</a:t>
          </a:r>
        </a:p>
      </dgm:t>
    </dgm:pt>
    <dgm:pt modelId="{E4ED1D8F-C8D4-4C64-B19A-10B420D9F79B}" type="parTrans" cxnId="{5EF390B1-DCF4-4D26-A05B-6B23FF3B6CE4}">
      <dgm:prSet/>
      <dgm:spPr/>
      <dgm:t>
        <a:bodyPr/>
        <a:lstStyle/>
        <a:p>
          <a:endParaRPr lang="en-US"/>
        </a:p>
      </dgm:t>
    </dgm:pt>
    <dgm:pt modelId="{77C516E7-7074-4189-91F4-C37E250C9FE7}" type="sibTrans" cxnId="{5EF390B1-DCF4-4D26-A05B-6B23FF3B6CE4}">
      <dgm:prSet/>
      <dgm:spPr/>
      <dgm:t>
        <a:bodyPr/>
        <a:lstStyle/>
        <a:p>
          <a:endParaRPr lang="en-US"/>
        </a:p>
      </dgm:t>
    </dgm:pt>
    <dgm:pt modelId="{65B7A127-FE00-474B-A2DA-70830C1E4CE5}">
      <dgm:prSet phldrT="[Text]" phldr="0"/>
      <dgm:spPr/>
      <dgm:t>
        <a:bodyPr/>
        <a:lstStyle/>
        <a:p>
          <a:pPr>
            <a:buNone/>
          </a:pPr>
          <a:r>
            <a:rPr lang="en-US" dirty="0"/>
            <a:t>Submits via API Call to Registry Backend</a:t>
          </a:r>
        </a:p>
      </dgm:t>
    </dgm:pt>
    <dgm:pt modelId="{F2D3D48B-6C94-43B1-BD27-29AA4D0192A4}" type="parTrans" cxnId="{718F672E-78F9-4AB4-BE39-A3915696C824}">
      <dgm:prSet/>
      <dgm:spPr/>
      <dgm:t>
        <a:bodyPr/>
        <a:lstStyle/>
        <a:p>
          <a:endParaRPr lang="en-US"/>
        </a:p>
      </dgm:t>
    </dgm:pt>
    <dgm:pt modelId="{0F2B2ADC-717B-4FBC-869E-1358454C9B77}" type="sibTrans" cxnId="{718F672E-78F9-4AB4-BE39-A3915696C824}">
      <dgm:prSet/>
      <dgm:spPr/>
      <dgm:t>
        <a:bodyPr/>
        <a:lstStyle/>
        <a:p>
          <a:endParaRPr lang="en-US"/>
        </a:p>
      </dgm:t>
    </dgm:pt>
    <dgm:pt modelId="{2F05E20F-3289-47B6-9E97-6C0A7CBB59C3}">
      <dgm:prSet phldrT="[Text]" phldr="0"/>
      <dgm:spPr/>
      <dgm:t>
        <a:bodyPr/>
        <a:lstStyle/>
        <a:p>
          <a:r>
            <a:rPr lang="en-US" dirty="0"/>
            <a:t>Simulated ID verification</a:t>
          </a:r>
        </a:p>
      </dgm:t>
    </dgm:pt>
    <dgm:pt modelId="{2E954478-08D1-4842-B45E-E21A7EB4614A}" type="parTrans" cxnId="{C5233C88-EE9E-4F32-9C82-FDBA43032807}">
      <dgm:prSet/>
      <dgm:spPr/>
      <dgm:t>
        <a:bodyPr/>
        <a:lstStyle/>
        <a:p>
          <a:endParaRPr lang="en-US"/>
        </a:p>
      </dgm:t>
    </dgm:pt>
    <dgm:pt modelId="{1D93DCE9-682B-4394-9F7C-B8F8477F5EE0}" type="sibTrans" cxnId="{C5233C88-EE9E-4F32-9C82-FDBA43032807}">
      <dgm:prSet/>
      <dgm:spPr/>
      <dgm:t>
        <a:bodyPr/>
        <a:lstStyle/>
        <a:p>
          <a:endParaRPr lang="en-US"/>
        </a:p>
      </dgm:t>
    </dgm:pt>
    <dgm:pt modelId="{98645636-2621-426B-A74D-AAEA60D5C0B5}">
      <dgm:prSet phldrT="[Text]" phldr="0"/>
      <dgm:spPr/>
      <dgm:t>
        <a:bodyPr/>
        <a:lstStyle/>
        <a:p>
          <a:r>
            <a:rPr lang="en-US" dirty="0"/>
            <a:t>User fills pledge form on Registry Portal</a:t>
          </a:r>
        </a:p>
      </dgm:t>
    </dgm:pt>
    <dgm:pt modelId="{F7BF67B9-B100-4AE5-A3EB-11CB8ADE8B16}" type="parTrans" cxnId="{DD8D968A-1762-4983-80E9-F40DE8390B4C}">
      <dgm:prSet/>
      <dgm:spPr/>
      <dgm:t>
        <a:bodyPr/>
        <a:lstStyle/>
        <a:p>
          <a:endParaRPr lang="en-US"/>
        </a:p>
      </dgm:t>
    </dgm:pt>
    <dgm:pt modelId="{0C97156D-3EEC-4AB8-B42C-71EC1685F861}" type="sibTrans" cxnId="{DD8D968A-1762-4983-80E9-F40DE8390B4C}">
      <dgm:prSet/>
      <dgm:spPr/>
      <dgm:t>
        <a:bodyPr/>
        <a:lstStyle/>
        <a:p>
          <a:endParaRPr lang="en-US"/>
        </a:p>
      </dgm:t>
    </dgm:pt>
    <dgm:pt modelId="{40566F64-C5F3-4627-BA82-539072FA7B1D}" type="pres">
      <dgm:prSet presAssocID="{ECA8C025-3A02-4A7C-B281-DCCDAD262DC1}" presName="linearFlow" presStyleCnt="0">
        <dgm:presLayoutVars>
          <dgm:resizeHandles val="exact"/>
        </dgm:presLayoutVars>
      </dgm:prSet>
      <dgm:spPr/>
    </dgm:pt>
    <dgm:pt modelId="{72698720-4346-4C2F-9348-849410736116}" type="pres">
      <dgm:prSet presAssocID="{DBFE033C-8010-4ECA-A1F0-7BBBF0E33CF3}" presName="node" presStyleLbl="node1" presStyleIdx="0" presStyleCnt="5">
        <dgm:presLayoutVars>
          <dgm:bulletEnabled val="1"/>
        </dgm:presLayoutVars>
      </dgm:prSet>
      <dgm:spPr/>
    </dgm:pt>
    <dgm:pt modelId="{E49FF99D-976F-4EDD-99EE-A62CECB4B97A}" type="pres">
      <dgm:prSet presAssocID="{BD74F8C7-71AB-41A7-AC22-6165B9847BD1}" presName="sibTrans" presStyleLbl="sibTrans2D1" presStyleIdx="0" presStyleCnt="4"/>
      <dgm:spPr/>
    </dgm:pt>
    <dgm:pt modelId="{F17DD902-1688-4C7C-ACC2-5170C0722DBF}" type="pres">
      <dgm:prSet presAssocID="{BD74F8C7-71AB-41A7-AC22-6165B9847BD1}" presName="connectorText" presStyleLbl="sibTrans2D1" presStyleIdx="0" presStyleCnt="4"/>
      <dgm:spPr/>
    </dgm:pt>
    <dgm:pt modelId="{7A513FE7-628B-4B7B-9D3F-2B6B531B3985}" type="pres">
      <dgm:prSet presAssocID="{7D8AC7B0-DF1F-4D7D-8804-53FC61B8522B}" presName="node" presStyleLbl="node1" presStyleIdx="1" presStyleCnt="5">
        <dgm:presLayoutVars>
          <dgm:bulletEnabled val="1"/>
        </dgm:presLayoutVars>
      </dgm:prSet>
      <dgm:spPr/>
    </dgm:pt>
    <dgm:pt modelId="{F884D726-D131-415A-AD9C-BA208DF0CF31}" type="pres">
      <dgm:prSet presAssocID="{77C516E7-7074-4189-91F4-C37E250C9FE7}" presName="sibTrans" presStyleLbl="sibTrans2D1" presStyleIdx="1" presStyleCnt="4"/>
      <dgm:spPr/>
    </dgm:pt>
    <dgm:pt modelId="{7B3DBD5A-9933-4837-AC61-A598F00C4F61}" type="pres">
      <dgm:prSet presAssocID="{77C516E7-7074-4189-91F4-C37E250C9FE7}" presName="connectorText" presStyleLbl="sibTrans2D1" presStyleIdx="1" presStyleCnt="4"/>
      <dgm:spPr/>
    </dgm:pt>
    <dgm:pt modelId="{5504DFA7-E78F-4CCA-9E0B-F1275D1753E4}" type="pres">
      <dgm:prSet presAssocID="{2F05E20F-3289-47B6-9E97-6C0A7CBB59C3}" presName="node" presStyleLbl="node1" presStyleIdx="2" presStyleCnt="5">
        <dgm:presLayoutVars>
          <dgm:bulletEnabled val="1"/>
        </dgm:presLayoutVars>
      </dgm:prSet>
      <dgm:spPr/>
    </dgm:pt>
    <dgm:pt modelId="{332750CC-BC36-480E-B632-8FCB4589A7A0}" type="pres">
      <dgm:prSet presAssocID="{1D93DCE9-682B-4394-9F7C-B8F8477F5EE0}" presName="sibTrans" presStyleLbl="sibTrans2D1" presStyleIdx="2" presStyleCnt="4"/>
      <dgm:spPr/>
    </dgm:pt>
    <dgm:pt modelId="{8716C716-5FB3-4156-9366-EE97A2078EEC}" type="pres">
      <dgm:prSet presAssocID="{1D93DCE9-682B-4394-9F7C-B8F8477F5EE0}" presName="connectorText" presStyleLbl="sibTrans2D1" presStyleIdx="2" presStyleCnt="4"/>
      <dgm:spPr/>
    </dgm:pt>
    <dgm:pt modelId="{E063C907-3A96-47EC-B0F4-71605CB9389E}" type="pres">
      <dgm:prSet presAssocID="{98645636-2621-426B-A74D-AAEA60D5C0B5}" presName="node" presStyleLbl="node1" presStyleIdx="3" presStyleCnt="5">
        <dgm:presLayoutVars>
          <dgm:bulletEnabled val="1"/>
        </dgm:presLayoutVars>
      </dgm:prSet>
      <dgm:spPr/>
    </dgm:pt>
    <dgm:pt modelId="{75C6974A-6334-4CF8-9A6A-B213A2D819B6}" type="pres">
      <dgm:prSet presAssocID="{0C97156D-3EEC-4AB8-B42C-71EC1685F861}" presName="sibTrans" presStyleLbl="sibTrans2D1" presStyleIdx="3" presStyleCnt="4"/>
      <dgm:spPr/>
    </dgm:pt>
    <dgm:pt modelId="{6E6EDD62-9441-45ED-8FAD-0F031389737F}" type="pres">
      <dgm:prSet presAssocID="{0C97156D-3EEC-4AB8-B42C-71EC1685F861}" presName="connectorText" presStyleLbl="sibTrans2D1" presStyleIdx="3" presStyleCnt="4"/>
      <dgm:spPr/>
    </dgm:pt>
    <dgm:pt modelId="{8C985347-3D91-42E7-A864-46D6F3C121F5}" type="pres">
      <dgm:prSet presAssocID="{65B7A127-FE00-474B-A2DA-70830C1E4CE5}" presName="node" presStyleLbl="node1" presStyleIdx="4" presStyleCnt="5">
        <dgm:presLayoutVars>
          <dgm:bulletEnabled val="1"/>
        </dgm:presLayoutVars>
      </dgm:prSet>
      <dgm:spPr/>
    </dgm:pt>
  </dgm:ptLst>
  <dgm:cxnLst>
    <dgm:cxn modelId="{1D5DA903-3738-42B6-B3F5-BBA7D2B723C6}" type="presOf" srcId="{ECA8C025-3A02-4A7C-B281-DCCDAD262DC1}" destId="{40566F64-C5F3-4627-BA82-539072FA7B1D}" srcOrd="0" destOrd="0" presId="urn:microsoft.com/office/officeart/2005/8/layout/process2"/>
    <dgm:cxn modelId="{40AB0615-75EC-4C50-9D16-0628CBF1FBD7}" type="presOf" srcId="{1D93DCE9-682B-4394-9F7C-B8F8477F5EE0}" destId="{8716C716-5FB3-4156-9366-EE97A2078EEC}" srcOrd="1" destOrd="0" presId="urn:microsoft.com/office/officeart/2005/8/layout/process2"/>
    <dgm:cxn modelId="{C267F41A-BDCD-417F-8915-8F1F69B9256A}" type="presOf" srcId="{7D8AC7B0-DF1F-4D7D-8804-53FC61B8522B}" destId="{7A513FE7-628B-4B7B-9D3F-2B6B531B3985}" srcOrd="0" destOrd="0" presId="urn:microsoft.com/office/officeart/2005/8/layout/process2"/>
    <dgm:cxn modelId="{822D8521-ED51-4649-877E-068B36B2D883}" type="presOf" srcId="{BD74F8C7-71AB-41A7-AC22-6165B9847BD1}" destId="{E49FF99D-976F-4EDD-99EE-A62CECB4B97A}" srcOrd="0" destOrd="0" presId="urn:microsoft.com/office/officeart/2005/8/layout/process2"/>
    <dgm:cxn modelId="{2A500A2D-0146-45F7-8F51-7132AC2E8728}" type="presOf" srcId="{98645636-2621-426B-A74D-AAEA60D5C0B5}" destId="{E063C907-3A96-47EC-B0F4-71605CB9389E}" srcOrd="0" destOrd="0" presId="urn:microsoft.com/office/officeart/2005/8/layout/process2"/>
    <dgm:cxn modelId="{718F672E-78F9-4AB4-BE39-A3915696C824}" srcId="{ECA8C025-3A02-4A7C-B281-DCCDAD262DC1}" destId="{65B7A127-FE00-474B-A2DA-70830C1E4CE5}" srcOrd="4" destOrd="0" parTransId="{F2D3D48B-6C94-43B1-BD27-29AA4D0192A4}" sibTransId="{0F2B2ADC-717B-4FBC-869E-1358454C9B77}"/>
    <dgm:cxn modelId="{126D4B36-A4C0-45B7-B6A6-A6F5E6AC41C9}" type="presOf" srcId="{1D93DCE9-682B-4394-9F7C-B8F8477F5EE0}" destId="{332750CC-BC36-480E-B632-8FCB4589A7A0}" srcOrd="0" destOrd="0" presId="urn:microsoft.com/office/officeart/2005/8/layout/process2"/>
    <dgm:cxn modelId="{995A0062-AED7-46F2-866D-5F90070C32B4}" type="presOf" srcId="{65B7A127-FE00-474B-A2DA-70830C1E4CE5}" destId="{8C985347-3D91-42E7-A864-46D6F3C121F5}" srcOrd="0" destOrd="0" presId="urn:microsoft.com/office/officeart/2005/8/layout/process2"/>
    <dgm:cxn modelId="{BAC9EA54-7324-4E51-953B-9DD4116D8F4A}" type="presOf" srcId="{77C516E7-7074-4189-91F4-C37E250C9FE7}" destId="{7B3DBD5A-9933-4837-AC61-A598F00C4F61}" srcOrd="1" destOrd="0" presId="urn:microsoft.com/office/officeart/2005/8/layout/process2"/>
    <dgm:cxn modelId="{43818B84-ED54-43DB-AED8-954FC57B0CB3}" type="presOf" srcId="{2F05E20F-3289-47B6-9E97-6C0A7CBB59C3}" destId="{5504DFA7-E78F-4CCA-9E0B-F1275D1753E4}" srcOrd="0" destOrd="0" presId="urn:microsoft.com/office/officeart/2005/8/layout/process2"/>
    <dgm:cxn modelId="{C5233C88-EE9E-4F32-9C82-FDBA43032807}" srcId="{ECA8C025-3A02-4A7C-B281-DCCDAD262DC1}" destId="{2F05E20F-3289-47B6-9E97-6C0A7CBB59C3}" srcOrd="2" destOrd="0" parTransId="{2E954478-08D1-4842-B45E-E21A7EB4614A}" sibTransId="{1D93DCE9-682B-4394-9F7C-B8F8477F5EE0}"/>
    <dgm:cxn modelId="{DD8D968A-1762-4983-80E9-F40DE8390B4C}" srcId="{ECA8C025-3A02-4A7C-B281-DCCDAD262DC1}" destId="{98645636-2621-426B-A74D-AAEA60D5C0B5}" srcOrd="3" destOrd="0" parTransId="{F7BF67B9-B100-4AE5-A3EB-11CB8ADE8B16}" sibTransId="{0C97156D-3EEC-4AB8-B42C-71EC1685F861}"/>
    <dgm:cxn modelId="{54A4C897-ADEA-4CF4-8CD2-5701EDA77E0C}" type="presOf" srcId="{DBFE033C-8010-4ECA-A1F0-7BBBF0E33CF3}" destId="{72698720-4346-4C2F-9348-849410736116}" srcOrd="0" destOrd="0" presId="urn:microsoft.com/office/officeart/2005/8/layout/process2"/>
    <dgm:cxn modelId="{5EF390B1-DCF4-4D26-A05B-6B23FF3B6CE4}" srcId="{ECA8C025-3A02-4A7C-B281-DCCDAD262DC1}" destId="{7D8AC7B0-DF1F-4D7D-8804-53FC61B8522B}" srcOrd="1" destOrd="0" parTransId="{E4ED1D8F-C8D4-4C64-B19A-10B420D9F79B}" sibTransId="{77C516E7-7074-4189-91F4-C37E250C9FE7}"/>
    <dgm:cxn modelId="{0FF81FC5-A38D-424C-A4BD-C29D694B81A0}" type="presOf" srcId="{BD74F8C7-71AB-41A7-AC22-6165B9847BD1}" destId="{F17DD902-1688-4C7C-ACC2-5170C0722DBF}" srcOrd="1" destOrd="0" presId="urn:microsoft.com/office/officeart/2005/8/layout/process2"/>
    <dgm:cxn modelId="{DE7E8BC8-F575-4AA5-9BC4-051B9A6AFA7F}" type="presOf" srcId="{0C97156D-3EEC-4AB8-B42C-71EC1685F861}" destId="{6E6EDD62-9441-45ED-8FAD-0F031389737F}" srcOrd="1" destOrd="0" presId="urn:microsoft.com/office/officeart/2005/8/layout/process2"/>
    <dgm:cxn modelId="{0E5C64E8-AC59-41DE-B65A-EB88E70E5502}" type="presOf" srcId="{0C97156D-3EEC-4AB8-B42C-71EC1685F861}" destId="{75C6974A-6334-4CF8-9A6A-B213A2D819B6}" srcOrd="0" destOrd="0" presId="urn:microsoft.com/office/officeart/2005/8/layout/process2"/>
    <dgm:cxn modelId="{48B9B6F7-8196-4ED3-9C94-61748D5BD5B6}" type="presOf" srcId="{77C516E7-7074-4189-91F4-C37E250C9FE7}" destId="{F884D726-D131-415A-AD9C-BA208DF0CF31}" srcOrd="0" destOrd="0" presId="urn:microsoft.com/office/officeart/2005/8/layout/process2"/>
    <dgm:cxn modelId="{A32C49FA-1362-4847-A159-DD4D69C5947B}" srcId="{ECA8C025-3A02-4A7C-B281-DCCDAD262DC1}" destId="{DBFE033C-8010-4ECA-A1F0-7BBBF0E33CF3}" srcOrd="0" destOrd="0" parTransId="{947124FD-29E4-49F8-8108-C742DDF5E0BB}" sibTransId="{BD74F8C7-71AB-41A7-AC22-6165B9847BD1}"/>
    <dgm:cxn modelId="{6C11A72F-25AD-4201-ACCE-D89BC905AF98}" type="presParOf" srcId="{40566F64-C5F3-4627-BA82-539072FA7B1D}" destId="{72698720-4346-4C2F-9348-849410736116}" srcOrd="0" destOrd="0" presId="urn:microsoft.com/office/officeart/2005/8/layout/process2"/>
    <dgm:cxn modelId="{01C0E8BA-99F1-4563-8A6A-0E69910B9240}" type="presParOf" srcId="{40566F64-C5F3-4627-BA82-539072FA7B1D}" destId="{E49FF99D-976F-4EDD-99EE-A62CECB4B97A}" srcOrd="1" destOrd="0" presId="urn:microsoft.com/office/officeart/2005/8/layout/process2"/>
    <dgm:cxn modelId="{52438C67-DB3C-4A65-A6E8-B82BDD730D7B}" type="presParOf" srcId="{E49FF99D-976F-4EDD-99EE-A62CECB4B97A}" destId="{F17DD902-1688-4C7C-ACC2-5170C0722DBF}" srcOrd="0" destOrd="0" presId="urn:microsoft.com/office/officeart/2005/8/layout/process2"/>
    <dgm:cxn modelId="{E9146698-C035-4825-B992-8A79D6AAECD8}" type="presParOf" srcId="{40566F64-C5F3-4627-BA82-539072FA7B1D}" destId="{7A513FE7-628B-4B7B-9D3F-2B6B531B3985}" srcOrd="2" destOrd="0" presId="urn:microsoft.com/office/officeart/2005/8/layout/process2"/>
    <dgm:cxn modelId="{1346002F-0182-47BA-B216-CD2C78A7F5CC}" type="presParOf" srcId="{40566F64-C5F3-4627-BA82-539072FA7B1D}" destId="{F884D726-D131-415A-AD9C-BA208DF0CF31}" srcOrd="3" destOrd="0" presId="urn:microsoft.com/office/officeart/2005/8/layout/process2"/>
    <dgm:cxn modelId="{C87D0D97-3F43-4290-AEE4-E26B8975C9A3}" type="presParOf" srcId="{F884D726-D131-415A-AD9C-BA208DF0CF31}" destId="{7B3DBD5A-9933-4837-AC61-A598F00C4F61}" srcOrd="0" destOrd="0" presId="urn:microsoft.com/office/officeart/2005/8/layout/process2"/>
    <dgm:cxn modelId="{6AFA233E-403B-4267-986C-34BB7C3AB31A}" type="presParOf" srcId="{40566F64-C5F3-4627-BA82-539072FA7B1D}" destId="{5504DFA7-E78F-4CCA-9E0B-F1275D1753E4}" srcOrd="4" destOrd="0" presId="urn:microsoft.com/office/officeart/2005/8/layout/process2"/>
    <dgm:cxn modelId="{DA29D99C-E955-4B08-A081-19FD1EF622E8}" type="presParOf" srcId="{40566F64-C5F3-4627-BA82-539072FA7B1D}" destId="{332750CC-BC36-480E-B632-8FCB4589A7A0}" srcOrd="5" destOrd="0" presId="urn:microsoft.com/office/officeart/2005/8/layout/process2"/>
    <dgm:cxn modelId="{91152CB5-62E3-4F2F-8EAC-69FAE34AECF2}" type="presParOf" srcId="{332750CC-BC36-480E-B632-8FCB4589A7A0}" destId="{8716C716-5FB3-4156-9366-EE97A2078EEC}" srcOrd="0" destOrd="0" presId="urn:microsoft.com/office/officeart/2005/8/layout/process2"/>
    <dgm:cxn modelId="{EE39F8AA-5CDE-4FBE-A1EF-E317587866FE}" type="presParOf" srcId="{40566F64-C5F3-4627-BA82-539072FA7B1D}" destId="{E063C907-3A96-47EC-B0F4-71605CB9389E}" srcOrd="6" destOrd="0" presId="urn:microsoft.com/office/officeart/2005/8/layout/process2"/>
    <dgm:cxn modelId="{19157A35-E8D4-4F1A-9DE4-25BEFD4CD070}" type="presParOf" srcId="{40566F64-C5F3-4627-BA82-539072FA7B1D}" destId="{75C6974A-6334-4CF8-9A6A-B213A2D819B6}" srcOrd="7" destOrd="0" presId="urn:microsoft.com/office/officeart/2005/8/layout/process2"/>
    <dgm:cxn modelId="{2780E86E-9DAE-44F4-B0A6-DF99A89701B0}" type="presParOf" srcId="{75C6974A-6334-4CF8-9A6A-B213A2D819B6}" destId="{6E6EDD62-9441-45ED-8FAD-0F031389737F}" srcOrd="0" destOrd="0" presId="urn:microsoft.com/office/officeart/2005/8/layout/process2"/>
    <dgm:cxn modelId="{18BBF411-B159-4458-AE18-A6131D47EF94}" type="presParOf" srcId="{40566F64-C5F3-4627-BA82-539072FA7B1D}" destId="{8C985347-3D91-42E7-A864-46D6F3C121F5}" srcOrd="8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D74141-ADF9-4E10-8555-D1EB82199F22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523A864-ED77-4483-9E9E-49CC30F855B3}">
      <dgm:prSet phldrT="[Text]" phldr="0" custT="1"/>
      <dgm:spPr/>
      <dgm:t>
        <a:bodyPr/>
        <a:lstStyle/>
        <a:p>
          <a:r>
            <a:rPr lang="en-US" sz="1800" dirty="0"/>
            <a:t>Data Lake and Analytics</a:t>
          </a:r>
        </a:p>
      </dgm:t>
    </dgm:pt>
    <dgm:pt modelId="{EAB8DD64-7AEC-4DB9-A337-30356CCB12FF}" type="parTrans" cxnId="{FDEDAA2A-A8E2-4E49-B065-C65D5F1C3827}">
      <dgm:prSet/>
      <dgm:spPr/>
      <dgm:t>
        <a:bodyPr/>
        <a:lstStyle/>
        <a:p>
          <a:endParaRPr lang="en-US"/>
        </a:p>
      </dgm:t>
    </dgm:pt>
    <dgm:pt modelId="{F1F0CB87-9B48-4331-8D86-7B083E25CC78}" type="sibTrans" cxnId="{FDEDAA2A-A8E2-4E49-B065-C65D5F1C3827}">
      <dgm:prSet/>
      <dgm:spPr/>
      <dgm:t>
        <a:bodyPr/>
        <a:lstStyle/>
        <a:p>
          <a:endParaRPr lang="en-US"/>
        </a:p>
      </dgm:t>
    </dgm:pt>
    <dgm:pt modelId="{E8CEFFC9-3C35-44FC-87B6-83877A779E4B}">
      <dgm:prSet phldrT="[Text]" phldr="0" custT="1"/>
      <dgm:spPr/>
      <dgm:t>
        <a:bodyPr/>
        <a:lstStyle/>
        <a:p>
          <a:r>
            <a:rPr lang="en-US" sz="1800" dirty="0"/>
            <a:t>Analytics Dashboard</a:t>
          </a:r>
        </a:p>
      </dgm:t>
    </dgm:pt>
    <dgm:pt modelId="{D3F9A8A7-9C0A-4EAA-A630-4166C5695119}" type="parTrans" cxnId="{E0999DCF-AB94-44FC-B9A8-3FED2B7C1DB0}">
      <dgm:prSet/>
      <dgm:spPr/>
      <dgm:t>
        <a:bodyPr/>
        <a:lstStyle/>
        <a:p>
          <a:endParaRPr lang="en-US"/>
        </a:p>
      </dgm:t>
    </dgm:pt>
    <dgm:pt modelId="{8FF9F0BC-5824-4AB7-9842-DC631F30D7DF}" type="sibTrans" cxnId="{E0999DCF-AB94-44FC-B9A8-3FED2B7C1DB0}">
      <dgm:prSet/>
      <dgm:spPr/>
      <dgm:t>
        <a:bodyPr/>
        <a:lstStyle/>
        <a:p>
          <a:endParaRPr lang="en-US"/>
        </a:p>
      </dgm:t>
    </dgm:pt>
    <dgm:pt modelId="{6611378A-9640-4F98-86DD-EAD605337AB8}" type="pres">
      <dgm:prSet presAssocID="{31D74141-ADF9-4E10-8555-D1EB82199F22}" presName="linearFlow" presStyleCnt="0">
        <dgm:presLayoutVars>
          <dgm:resizeHandles val="exact"/>
        </dgm:presLayoutVars>
      </dgm:prSet>
      <dgm:spPr/>
    </dgm:pt>
    <dgm:pt modelId="{4F987B98-D14A-43B8-8680-25C3B54769CC}" type="pres">
      <dgm:prSet presAssocID="{0523A864-ED77-4483-9E9E-49CC30F855B3}" presName="node" presStyleLbl="node1" presStyleIdx="0" presStyleCnt="2" custLinFactNeighborX="2113" custLinFactNeighborY="-1902">
        <dgm:presLayoutVars>
          <dgm:bulletEnabled val="1"/>
        </dgm:presLayoutVars>
      </dgm:prSet>
      <dgm:spPr/>
    </dgm:pt>
    <dgm:pt modelId="{2284AF8B-E925-4D8F-AB92-2853A1054DDA}" type="pres">
      <dgm:prSet presAssocID="{F1F0CB87-9B48-4331-8D86-7B083E25CC78}" presName="sibTrans" presStyleLbl="sibTrans2D1" presStyleIdx="0" presStyleCnt="1"/>
      <dgm:spPr/>
    </dgm:pt>
    <dgm:pt modelId="{9F0DB116-16A9-413B-A223-887BF17814D1}" type="pres">
      <dgm:prSet presAssocID="{F1F0CB87-9B48-4331-8D86-7B083E25CC78}" presName="connectorText" presStyleLbl="sibTrans2D1" presStyleIdx="0" presStyleCnt="1"/>
      <dgm:spPr/>
    </dgm:pt>
    <dgm:pt modelId="{E92A9941-A5BE-4EDB-978F-ACF43A6E1738}" type="pres">
      <dgm:prSet presAssocID="{E8CEFFC9-3C35-44FC-87B6-83877A779E4B}" presName="node" presStyleLbl="node1" presStyleIdx="1" presStyleCnt="2">
        <dgm:presLayoutVars>
          <dgm:bulletEnabled val="1"/>
        </dgm:presLayoutVars>
      </dgm:prSet>
      <dgm:spPr/>
    </dgm:pt>
  </dgm:ptLst>
  <dgm:cxnLst>
    <dgm:cxn modelId="{FDEDAA2A-A8E2-4E49-B065-C65D5F1C3827}" srcId="{31D74141-ADF9-4E10-8555-D1EB82199F22}" destId="{0523A864-ED77-4483-9E9E-49CC30F855B3}" srcOrd="0" destOrd="0" parTransId="{EAB8DD64-7AEC-4DB9-A337-30356CCB12FF}" sibTransId="{F1F0CB87-9B48-4331-8D86-7B083E25CC78}"/>
    <dgm:cxn modelId="{3E6D5442-5684-41DB-8B34-44FD2D260C12}" type="presOf" srcId="{F1F0CB87-9B48-4331-8D86-7B083E25CC78}" destId="{2284AF8B-E925-4D8F-AB92-2853A1054DDA}" srcOrd="0" destOrd="0" presId="urn:microsoft.com/office/officeart/2005/8/layout/process2"/>
    <dgm:cxn modelId="{53D8D693-360A-42FD-A67C-14C2E2A13271}" type="presOf" srcId="{F1F0CB87-9B48-4331-8D86-7B083E25CC78}" destId="{9F0DB116-16A9-413B-A223-887BF17814D1}" srcOrd="1" destOrd="0" presId="urn:microsoft.com/office/officeart/2005/8/layout/process2"/>
    <dgm:cxn modelId="{2E4648A9-2703-4208-92DE-27129799F955}" type="presOf" srcId="{31D74141-ADF9-4E10-8555-D1EB82199F22}" destId="{6611378A-9640-4F98-86DD-EAD605337AB8}" srcOrd="0" destOrd="0" presId="urn:microsoft.com/office/officeart/2005/8/layout/process2"/>
    <dgm:cxn modelId="{E0999DCF-AB94-44FC-B9A8-3FED2B7C1DB0}" srcId="{31D74141-ADF9-4E10-8555-D1EB82199F22}" destId="{E8CEFFC9-3C35-44FC-87B6-83877A779E4B}" srcOrd="1" destOrd="0" parTransId="{D3F9A8A7-9C0A-4EAA-A630-4166C5695119}" sibTransId="{8FF9F0BC-5824-4AB7-9842-DC631F30D7DF}"/>
    <dgm:cxn modelId="{5BC636E7-D05A-4E07-BDFF-8CE10B46FE75}" type="presOf" srcId="{E8CEFFC9-3C35-44FC-87B6-83877A779E4B}" destId="{E92A9941-A5BE-4EDB-978F-ACF43A6E1738}" srcOrd="0" destOrd="0" presId="urn:microsoft.com/office/officeart/2005/8/layout/process2"/>
    <dgm:cxn modelId="{557985ED-0A1B-469A-BF98-FD5CD8882FDE}" type="presOf" srcId="{0523A864-ED77-4483-9E9E-49CC30F855B3}" destId="{4F987B98-D14A-43B8-8680-25C3B54769CC}" srcOrd="0" destOrd="0" presId="urn:microsoft.com/office/officeart/2005/8/layout/process2"/>
    <dgm:cxn modelId="{8048E6A8-6AE9-423A-8C34-027C3FF62860}" type="presParOf" srcId="{6611378A-9640-4F98-86DD-EAD605337AB8}" destId="{4F987B98-D14A-43B8-8680-25C3B54769CC}" srcOrd="0" destOrd="0" presId="urn:microsoft.com/office/officeart/2005/8/layout/process2"/>
    <dgm:cxn modelId="{03A1F9C6-4FB1-47AC-A03D-B8809D018D9D}" type="presParOf" srcId="{6611378A-9640-4F98-86DD-EAD605337AB8}" destId="{2284AF8B-E925-4D8F-AB92-2853A1054DDA}" srcOrd="1" destOrd="0" presId="urn:microsoft.com/office/officeart/2005/8/layout/process2"/>
    <dgm:cxn modelId="{465C3D12-F828-4D4B-8CF4-3DC5B17810B9}" type="presParOf" srcId="{2284AF8B-E925-4D8F-AB92-2853A1054DDA}" destId="{9F0DB116-16A9-413B-A223-887BF17814D1}" srcOrd="0" destOrd="0" presId="urn:microsoft.com/office/officeart/2005/8/layout/process2"/>
    <dgm:cxn modelId="{BDA21AF3-0D1B-456A-8275-5B750FB653C1}" type="presParOf" srcId="{6611378A-9640-4F98-86DD-EAD605337AB8}" destId="{E92A9941-A5BE-4EDB-978F-ACF43A6E1738}" srcOrd="2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1D74141-ADF9-4E10-8555-D1EB82199F22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611378A-9640-4F98-86DD-EAD605337AB8}" type="pres">
      <dgm:prSet presAssocID="{31D74141-ADF9-4E10-8555-D1EB82199F22}" presName="linearFlow" presStyleCnt="0">
        <dgm:presLayoutVars>
          <dgm:resizeHandles val="exact"/>
        </dgm:presLayoutVars>
      </dgm:prSet>
      <dgm:spPr/>
    </dgm:pt>
  </dgm:ptLst>
  <dgm:cxnLst>
    <dgm:cxn modelId="{2E4648A9-2703-4208-92DE-27129799F955}" type="presOf" srcId="{31D74141-ADF9-4E10-8555-D1EB82199F22}" destId="{6611378A-9640-4F98-86DD-EAD605337AB8}" srcOrd="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224166-62FB-4C6D-B6CC-6BA2EF99EE82}">
      <dsp:nvSpPr>
        <dsp:cNvPr id="0" name=""/>
        <dsp:cNvSpPr/>
      </dsp:nvSpPr>
      <dsp:spPr>
        <a:xfrm>
          <a:off x="1510736" y="0"/>
          <a:ext cx="2788500" cy="5418667"/>
        </a:xfrm>
        <a:prstGeom prst="ellipse">
          <a:avLst/>
        </a:prstGeom>
        <a:solidFill>
          <a:schemeClr val="tx2">
            <a:lumMod val="10000"/>
            <a:lumOff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Population</a:t>
          </a:r>
        </a:p>
      </dsp:txBody>
      <dsp:txXfrm>
        <a:off x="2382143" y="270933"/>
        <a:ext cx="1045687" cy="541866"/>
      </dsp:txXfrm>
    </dsp:sp>
    <dsp:sp modelId="{3CB60E0D-8C8F-4DE4-83BC-2A2C58C5E190}">
      <dsp:nvSpPr>
        <dsp:cNvPr id="0" name=""/>
        <dsp:cNvSpPr/>
      </dsp:nvSpPr>
      <dsp:spPr>
        <a:xfrm>
          <a:off x="1687610" y="1082680"/>
          <a:ext cx="2434753" cy="4066105"/>
        </a:xfrm>
        <a:prstGeom prst="ellipse">
          <a:avLst/>
        </a:prstGeom>
        <a:solidFill>
          <a:schemeClr val="accent2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120904" rIns="0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solidFill>
                <a:schemeClr val="tx1"/>
              </a:solidFill>
              <a:highlight>
                <a:srgbClr val="00FFFF"/>
              </a:highlight>
            </a:rPr>
            <a:t>Pledges</a:t>
          </a:r>
        </a:p>
      </dsp:txBody>
      <dsp:txXfrm>
        <a:off x="2379993" y="1316481"/>
        <a:ext cx="1049987" cy="467602"/>
      </dsp:txXfrm>
    </dsp:sp>
    <dsp:sp modelId="{135A801E-B243-4014-AE69-81A42860BD08}">
      <dsp:nvSpPr>
        <dsp:cNvPr id="0" name=""/>
        <dsp:cNvSpPr/>
      </dsp:nvSpPr>
      <dsp:spPr>
        <a:xfrm>
          <a:off x="1834962" y="2037470"/>
          <a:ext cx="2140048" cy="2969326"/>
        </a:xfrm>
        <a:prstGeom prst="ellipse">
          <a:avLst/>
        </a:prstGeom>
        <a:solidFill>
          <a:schemeClr val="accent3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Deaths</a:t>
          </a:r>
        </a:p>
      </dsp:txBody>
      <dsp:txXfrm>
        <a:off x="2351249" y="2242353"/>
        <a:ext cx="1107475" cy="409767"/>
      </dsp:txXfrm>
    </dsp:sp>
    <dsp:sp modelId="{2ED21027-6656-4871-BEB6-74D7C474B321}">
      <dsp:nvSpPr>
        <dsp:cNvPr id="0" name=""/>
        <dsp:cNvSpPr/>
      </dsp:nvSpPr>
      <dsp:spPr>
        <a:xfrm>
          <a:off x="1967320" y="3083776"/>
          <a:ext cx="1875332" cy="1689513"/>
        </a:xfrm>
        <a:prstGeom prst="ellipse">
          <a:avLst/>
        </a:prstGeom>
        <a:solidFill>
          <a:schemeClr val="accent1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  <a:highlight>
                <a:srgbClr val="00FFFF"/>
              </a:highlight>
            </a:rPr>
            <a:t>Family Consent</a:t>
          </a:r>
        </a:p>
      </dsp:txBody>
      <dsp:txXfrm>
        <a:off x="2398647" y="3235833"/>
        <a:ext cx="1012679" cy="304112"/>
      </dsp:txXfrm>
    </dsp:sp>
    <dsp:sp modelId="{660C056E-5BAD-4C72-BE4E-7CA8683E16D2}">
      <dsp:nvSpPr>
        <dsp:cNvPr id="0" name=""/>
        <dsp:cNvSpPr/>
      </dsp:nvSpPr>
      <dsp:spPr>
        <a:xfrm>
          <a:off x="2223047" y="3678451"/>
          <a:ext cx="1363878" cy="943108"/>
        </a:xfrm>
        <a:prstGeom prst="ellipse">
          <a:avLst/>
        </a:prstGeom>
        <a:solidFill>
          <a:schemeClr val="accent5">
            <a:lumMod val="20000"/>
            <a:lumOff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solidFill>
                <a:schemeClr val="tx1"/>
              </a:solidFill>
            </a:rPr>
            <a:t>Transplants</a:t>
          </a:r>
        </a:p>
      </dsp:txBody>
      <dsp:txXfrm>
        <a:off x="2422783" y="3914228"/>
        <a:ext cx="964407" cy="47155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698720-4346-4C2F-9348-849410736116}">
      <dsp:nvSpPr>
        <dsp:cNvPr id="0" name=""/>
        <dsp:cNvSpPr/>
      </dsp:nvSpPr>
      <dsp:spPr>
        <a:xfrm>
          <a:off x="984210" y="2299"/>
          <a:ext cx="2319453" cy="8555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RTO portal (DL application)</a:t>
          </a:r>
        </a:p>
      </dsp:txBody>
      <dsp:txXfrm>
        <a:off x="1009269" y="27358"/>
        <a:ext cx="2269335" cy="805473"/>
      </dsp:txXfrm>
    </dsp:sp>
    <dsp:sp modelId="{E49FF99D-976F-4EDD-99EE-A62CECB4B97A}">
      <dsp:nvSpPr>
        <dsp:cNvPr id="0" name=""/>
        <dsp:cNvSpPr/>
      </dsp:nvSpPr>
      <dsp:spPr>
        <a:xfrm rot="5400000">
          <a:off x="1983513" y="879280"/>
          <a:ext cx="320846" cy="3850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028432" y="911364"/>
        <a:ext cx="231009" cy="224592"/>
      </dsp:txXfrm>
    </dsp:sp>
    <dsp:sp modelId="{7A513FE7-628B-4B7B-9D3F-2B6B531B3985}">
      <dsp:nvSpPr>
        <dsp:cNvPr id="0" name=""/>
        <dsp:cNvSpPr/>
      </dsp:nvSpPr>
      <dsp:spPr>
        <a:xfrm>
          <a:off x="984210" y="1285686"/>
          <a:ext cx="2319453" cy="8555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Simulated ID verification</a:t>
          </a:r>
        </a:p>
      </dsp:txBody>
      <dsp:txXfrm>
        <a:off x="1009269" y="1310745"/>
        <a:ext cx="2269335" cy="805473"/>
      </dsp:txXfrm>
    </dsp:sp>
    <dsp:sp modelId="{F884D726-D131-415A-AD9C-BA208DF0CF31}">
      <dsp:nvSpPr>
        <dsp:cNvPr id="0" name=""/>
        <dsp:cNvSpPr/>
      </dsp:nvSpPr>
      <dsp:spPr>
        <a:xfrm rot="5400000">
          <a:off x="1983513" y="2162667"/>
          <a:ext cx="320846" cy="3850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028432" y="2194751"/>
        <a:ext cx="231009" cy="224592"/>
      </dsp:txXfrm>
    </dsp:sp>
    <dsp:sp modelId="{EB8CC8B0-731E-46D9-A42D-D51070951038}">
      <dsp:nvSpPr>
        <dsp:cNvPr id="0" name=""/>
        <dsp:cNvSpPr/>
      </dsp:nvSpPr>
      <dsp:spPr>
        <a:xfrm>
          <a:off x="984210" y="2569073"/>
          <a:ext cx="2319453" cy="8555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User fills DL form. If he chooses to pledge</a:t>
          </a:r>
        </a:p>
      </dsp:txBody>
      <dsp:txXfrm>
        <a:off x="1009269" y="2594132"/>
        <a:ext cx="2269335" cy="805473"/>
      </dsp:txXfrm>
    </dsp:sp>
    <dsp:sp modelId="{D9DF65D2-19A0-4FE0-84B7-6FECCAEDE26A}">
      <dsp:nvSpPr>
        <dsp:cNvPr id="0" name=""/>
        <dsp:cNvSpPr/>
      </dsp:nvSpPr>
      <dsp:spPr>
        <a:xfrm rot="5400000">
          <a:off x="1983513" y="3446054"/>
          <a:ext cx="320846" cy="3850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028432" y="3478138"/>
        <a:ext cx="231009" cy="224592"/>
      </dsp:txXfrm>
    </dsp:sp>
    <dsp:sp modelId="{8C985347-3D91-42E7-A864-46D6F3C121F5}">
      <dsp:nvSpPr>
        <dsp:cNvPr id="0" name=""/>
        <dsp:cNvSpPr/>
      </dsp:nvSpPr>
      <dsp:spPr>
        <a:xfrm>
          <a:off x="984210" y="3852459"/>
          <a:ext cx="2319453" cy="8555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Secure API Call to Registry Backend</a:t>
          </a:r>
          <a:r>
            <a:rPr lang="en-US" sz="1800" b="1" kern="1200" dirty="0"/>
            <a:t> </a:t>
          </a:r>
          <a:endParaRPr lang="en-US" sz="1800" kern="1200" dirty="0"/>
        </a:p>
      </dsp:txBody>
      <dsp:txXfrm>
        <a:off x="1009269" y="3877518"/>
        <a:ext cx="2269335" cy="8054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698720-4346-4C2F-9348-849410736116}">
      <dsp:nvSpPr>
        <dsp:cNvPr id="0" name=""/>
        <dsp:cNvSpPr/>
      </dsp:nvSpPr>
      <dsp:spPr>
        <a:xfrm>
          <a:off x="1006052" y="639"/>
          <a:ext cx="2275769" cy="747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Local Institution Portal e.g. College </a:t>
          </a:r>
        </a:p>
      </dsp:txBody>
      <dsp:txXfrm>
        <a:off x="1027959" y="22546"/>
        <a:ext cx="2231955" cy="704154"/>
      </dsp:txXfrm>
    </dsp:sp>
    <dsp:sp modelId="{E49FF99D-976F-4EDD-99EE-A62CECB4B97A}">
      <dsp:nvSpPr>
        <dsp:cNvPr id="0" name=""/>
        <dsp:cNvSpPr/>
      </dsp:nvSpPr>
      <dsp:spPr>
        <a:xfrm rot="5400000">
          <a:off x="2003692" y="767306"/>
          <a:ext cx="280488" cy="3365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2042961" y="795354"/>
        <a:ext cx="201951" cy="196342"/>
      </dsp:txXfrm>
    </dsp:sp>
    <dsp:sp modelId="{7A513FE7-628B-4B7B-9D3F-2B6B531B3985}">
      <dsp:nvSpPr>
        <dsp:cNvPr id="0" name=""/>
        <dsp:cNvSpPr/>
      </dsp:nvSpPr>
      <dsp:spPr>
        <a:xfrm>
          <a:off x="1006052" y="1122591"/>
          <a:ext cx="2275769" cy="747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Voluntary Redirect to </a:t>
          </a:r>
          <a:r>
            <a:rPr lang="en-US" sz="1800" b="1" kern="1200" dirty="0"/>
            <a:t>Registry Frontend</a:t>
          </a:r>
        </a:p>
      </dsp:txBody>
      <dsp:txXfrm>
        <a:off x="1027959" y="1144498"/>
        <a:ext cx="2231955" cy="704154"/>
      </dsp:txXfrm>
    </dsp:sp>
    <dsp:sp modelId="{F884D726-D131-415A-AD9C-BA208DF0CF31}">
      <dsp:nvSpPr>
        <dsp:cNvPr id="0" name=""/>
        <dsp:cNvSpPr/>
      </dsp:nvSpPr>
      <dsp:spPr>
        <a:xfrm rot="5400000">
          <a:off x="2003692" y="1889258"/>
          <a:ext cx="280488" cy="3365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2042961" y="1917306"/>
        <a:ext cx="201951" cy="196342"/>
      </dsp:txXfrm>
    </dsp:sp>
    <dsp:sp modelId="{5504DFA7-E78F-4CCA-9E0B-F1275D1753E4}">
      <dsp:nvSpPr>
        <dsp:cNvPr id="0" name=""/>
        <dsp:cNvSpPr/>
      </dsp:nvSpPr>
      <dsp:spPr>
        <a:xfrm>
          <a:off x="1006052" y="2244543"/>
          <a:ext cx="2275769" cy="747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Simulated ID verification</a:t>
          </a:r>
        </a:p>
      </dsp:txBody>
      <dsp:txXfrm>
        <a:off x="1027959" y="2266450"/>
        <a:ext cx="2231955" cy="704154"/>
      </dsp:txXfrm>
    </dsp:sp>
    <dsp:sp modelId="{332750CC-BC36-480E-B632-8FCB4589A7A0}">
      <dsp:nvSpPr>
        <dsp:cNvPr id="0" name=""/>
        <dsp:cNvSpPr/>
      </dsp:nvSpPr>
      <dsp:spPr>
        <a:xfrm rot="5400000">
          <a:off x="2003692" y="3011210"/>
          <a:ext cx="280488" cy="3365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2042961" y="3039258"/>
        <a:ext cx="201951" cy="196342"/>
      </dsp:txXfrm>
    </dsp:sp>
    <dsp:sp modelId="{E063C907-3A96-47EC-B0F4-71605CB9389E}">
      <dsp:nvSpPr>
        <dsp:cNvPr id="0" name=""/>
        <dsp:cNvSpPr/>
      </dsp:nvSpPr>
      <dsp:spPr>
        <a:xfrm>
          <a:off x="1006052" y="3366495"/>
          <a:ext cx="2275769" cy="747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User fills pledge form on Registry Portal</a:t>
          </a:r>
        </a:p>
      </dsp:txBody>
      <dsp:txXfrm>
        <a:off x="1027959" y="3388402"/>
        <a:ext cx="2231955" cy="704154"/>
      </dsp:txXfrm>
    </dsp:sp>
    <dsp:sp modelId="{75C6974A-6334-4CF8-9A6A-B213A2D819B6}">
      <dsp:nvSpPr>
        <dsp:cNvPr id="0" name=""/>
        <dsp:cNvSpPr/>
      </dsp:nvSpPr>
      <dsp:spPr>
        <a:xfrm rot="5400000">
          <a:off x="2003692" y="4133162"/>
          <a:ext cx="280488" cy="33658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2042961" y="4161210"/>
        <a:ext cx="201951" cy="196342"/>
      </dsp:txXfrm>
    </dsp:sp>
    <dsp:sp modelId="{8C985347-3D91-42E7-A864-46D6F3C121F5}">
      <dsp:nvSpPr>
        <dsp:cNvPr id="0" name=""/>
        <dsp:cNvSpPr/>
      </dsp:nvSpPr>
      <dsp:spPr>
        <a:xfrm>
          <a:off x="1006052" y="4488447"/>
          <a:ext cx="2275769" cy="7479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Submits via API Call to Registry Backend</a:t>
          </a:r>
        </a:p>
      </dsp:txBody>
      <dsp:txXfrm>
        <a:off x="1027959" y="4510354"/>
        <a:ext cx="2231955" cy="7041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987B98-D14A-43B8-8680-25C3B54769CC}">
      <dsp:nvSpPr>
        <dsp:cNvPr id="0" name=""/>
        <dsp:cNvSpPr/>
      </dsp:nvSpPr>
      <dsp:spPr>
        <a:xfrm>
          <a:off x="862185" y="0"/>
          <a:ext cx="1923427" cy="10685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Lake and Analytics</a:t>
          </a:r>
        </a:p>
      </dsp:txBody>
      <dsp:txXfrm>
        <a:off x="893482" y="31297"/>
        <a:ext cx="1860833" cy="1005976"/>
      </dsp:txXfrm>
    </dsp:sp>
    <dsp:sp modelId="{2284AF8B-E925-4D8F-AB92-2853A1054DDA}">
      <dsp:nvSpPr>
        <dsp:cNvPr id="0" name=""/>
        <dsp:cNvSpPr/>
      </dsp:nvSpPr>
      <dsp:spPr>
        <a:xfrm rot="5487131">
          <a:off x="1603034" y="1095448"/>
          <a:ext cx="401087" cy="48085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 rot="-5400000">
        <a:off x="1660846" y="1135351"/>
        <a:ext cx="288514" cy="280761"/>
      </dsp:txXfrm>
    </dsp:sp>
    <dsp:sp modelId="{E92A9941-A5BE-4EDB-978F-ACF43A6E1738}">
      <dsp:nvSpPr>
        <dsp:cNvPr id="0" name=""/>
        <dsp:cNvSpPr/>
      </dsp:nvSpPr>
      <dsp:spPr>
        <a:xfrm>
          <a:off x="821543" y="1603182"/>
          <a:ext cx="1923427" cy="106857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Analytics Dashboard</a:t>
          </a:r>
        </a:p>
      </dsp:txBody>
      <dsp:txXfrm>
        <a:off x="852840" y="1634479"/>
        <a:ext cx="1860833" cy="100597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7A84A-438D-4B39-8AC2-379640786C3D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E53A6-E66A-4016-9CD3-5566818B39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823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E53A6-E66A-4016-9CD3-5566818B39A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1088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E53A6-E66A-4016-9CD3-5566818B39A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39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National level  - RTO, Passport, tax filing, Government employees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E53A6-E66A-4016-9CD3-5566818B39A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4675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369E-1D01-4E18-A41B-972E5282A5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7ACB01-ADDD-13C8-7D78-4FD47D1E31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C7438D-EA18-361E-D59E-15337726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E2FD9-74C2-C9B0-1BDC-57B92DCB6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4D17-63FA-E32E-A58E-466459435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081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BA9A7-DC78-3CB3-7F00-929E421E9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F4783-8B8F-B836-F68D-81BDF16A1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E82BE-60AE-D797-7868-81B8EF463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D90722-9270-7EDB-981C-B923AA08C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E6731-DBE6-4F74-E2CF-7659DBC8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242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8AFF-E64A-AF8D-BBC2-E5AB945B4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ACB9A4-3B4F-7FE6-9B28-F5EF72B25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A73C0-5E6E-B28A-6C22-06D9AC472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49FA3B-4073-0F86-8AC8-81E0E4C3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F5269F-612E-B784-B48A-95AA07910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0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D166B-106E-C76B-9CE8-1B9A4AE5C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3AF0E-E8F2-1B19-B65C-0E1CC0813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CFFB13-732B-DEF8-DBEC-5F73E2395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273C03-C9D7-F051-B57E-8DA06873D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5D1B14-3A56-41BB-4E4A-4735998AD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54A9C-028F-0B55-463A-1087581A9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7903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166EC-9430-6B3D-E0CE-0A71B38A9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26AD1-F80A-C09B-B640-E65D99E68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C293B4-0027-A04C-BA3E-441C93A1D8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4E42C3-BCA9-FB95-D8DC-7F3044ADD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C8EFB4-7BB2-F8E3-21FC-7E4A10DFDE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B1C773-744A-FCD3-C078-3DC992C32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F26583-570F-F397-D583-9963BD0D0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F8FC52-BDE3-9E21-7004-9001CC624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644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17DB-BC11-A965-7D47-A8306272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559EBB-66AC-0A22-FB25-AA24D1882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21C889-A42D-7ECD-6189-48F6199C5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3D6C85-1A5C-85A2-D47F-73050C49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0732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56DA96-DA53-0AED-0F58-E803782E31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408AC-42F9-A3E6-20C6-19B6AFB04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79749-EC75-7164-FBE8-61C5FD95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123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BE5F6-B24D-5E61-DC38-DA3F87B34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B0E6B7-31E9-4177-5C1F-03A7DBD36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910E19-657E-B541-E036-959BA4187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A2AEC1-909F-60C3-702B-6244A8A7D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9E6BA-2E7B-3E57-2F0C-5F2FD1719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71D75-64B2-1389-FADB-ED9520B8A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43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1262D-CF25-FD3A-5B0C-AFA7F0A7D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C1E524-18D7-464E-3F34-14CBF4862E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12348-99C4-F005-5D92-24A299F99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C898F6-D595-1FDE-2158-79E6686C82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67F9F-625D-1107-9BCE-138B2981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C0215-9ED1-CB53-652D-46D93AD26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034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E86-64B7-9F0A-5001-6F43A0FA6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37D706-8AAA-2524-04BB-26C4624206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8E778-061C-459E-CD0C-58DCA0CF7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FE4EF-7849-CFF9-1385-7BDB42DF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A96F9-D0E3-05A9-C32F-CCFCFCE6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194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D04E30-06E1-5212-4B6D-25886B9C37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1C275C-3D2D-2452-9149-89BBE7CA6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131ED-A5B2-3FF2-8E5C-283664AB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8846-9586-A23A-3D98-740B85ED2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27319-B31F-9567-7E64-8BEAB1A3C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4769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279A75-0843-3E26-FA3D-7955B436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A1EE1-247A-E887-762B-4BC2DBFD3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DF53D-E00E-7D7F-402F-506A960A9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ACB4A-C46D-47C8-95BF-463F9F428625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7DC96-5252-D529-FF28-16B0D99D0D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4C6E2-66C6-AF10-CC28-03DE3A9BB6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529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hyperlink" Target="https://www.tribuneindia.com/news/delhi/deceased-organ-donation-alarmingly-low-in-country-notto-report" TargetMode="External"/><Relationship Id="rId7" Type="http://schemas.openxmlformats.org/officeDocument/2006/relationships/diagramLayout" Target="../diagrams/layou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hyperlink" Target="https://www.notto.mohfw.gov.in/WriteReadData/Portal/News/924_1_2013_to_2024.pdf" TargetMode="External"/><Relationship Id="rId10" Type="http://schemas.microsoft.com/office/2007/relationships/diagramDrawing" Target="../diagrams/drawing1.xml"/><Relationship Id="rId4" Type="http://schemas.openxmlformats.org/officeDocument/2006/relationships/hyperlink" Target="https://www.notto.mohfw.gov.in/index.htm" TargetMode="External"/><Relationship Id="rId9" Type="http://schemas.openxmlformats.org/officeDocument/2006/relationships/diagramColors" Target="../diagrams/colors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Organ_transplantation_in_Israel" TargetMode="External"/><Relationship Id="rId3" Type="http://schemas.openxmlformats.org/officeDocument/2006/relationships/hyperlink" Target="https://www.notto.mohfw.gov.in/index.htm" TargetMode="External"/><Relationship Id="rId7" Type="http://schemas.openxmlformats.org/officeDocument/2006/relationships/hyperlink" Target="https://www.donatelife.gov.au/all-about-donation/statistics-in-australi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donoralliance.org/newsroom/donation-essentials/how-many-people-are-organ-donors" TargetMode="External"/><Relationship Id="rId5" Type="http://schemas.openxmlformats.org/officeDocument/2006/relationships/hyperlink" Target="https://pubmed.ncbi.nlm.nih.gov/39913519/" TargetMode="External"/><Relationship Id="rId4" Type="http://schemas.openxmlformats.org/officeDocument/2006/relationships/hyperlink" Target="https://jchm.in/archive/volume/7/issue/3/article/14041" TargetMode="External"/><Relationship Id="rId9" Type="http://schemas.openxmlformats.org/officeDocument/2006/relationships/hyperlink" Target="https://timesofindia.indiatimes.com/india/maharashtra-leads-indias-organ-pledges-delhi-far-behind-in-digital-registry/articleshow/125653716.cms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22878074/" TargetMode="External"/><Relationship Id="rId7" Type="http://schemas.openxmlformats.org/officeDocument/2006/relationships/hyperlink" Target="https://link.springer.com/article/10.1186/s44158-025-00301-7?utm_source=chatgpt.com" TargetMode="External"/><Relationship Id="rId2" Type="http://schemas.openxmlformats.org/officeDocument/2006/relationships/hyperlink" Target="https://journals.lww.com/transplantationdirect/fulltext/2023/05000/organ_and_tissue_donation_consent_model_and_intent.15.aspx?utm_source=chatgpt.com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med.ncbi.nlm.nih.gov/21440717/" TargetMode="External"/><Relationship Id="rId5" Type="http://schemas.openxmlformats.org/officeDocument/2006/relationships/hyperlink" Target="https://pmc.ncbi.nlm.nih.gov/articles/PMC12334191/" TargetMode="External"/><Relationship Id="rId4" Type="http://schemas.openxmlformats.org/officeDocument/2006/relationships/hyperlink" Target="https://www.researchgate.net/publication/391365131_Increasing_Organ_Donor_Registration_as_a_Means_to_Increase_Transplantation_An_Experiment_with_Actual_Organ_Donor_Registrations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unet.com/" TargetMode="External"/><Relationship Id="rId2" Type="http://schemas.openxmlformats.org/officeDocument/2006/relationships/hyperlink" Target="https://unos.org/technology/une-apis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sisinternational.org/journals/ijrias/articles/smart-blockchain-based-organ-donation-system-for-secure-donor-recipient-matching/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18" Type="http://schemas.openxmlformats.org/officeDocument/2006/relationships/diagramLayout" Target="../diagrams/layout5.xml"/><Relationship Id="rId3" Type="http://schemas.openxmlformats.org/officeDocument/2006/relationships/diagramLayout" Target="../diagrams/layout2.xml"/><Relationship Id="rId21" Type="http://schemas.microsoft.com/office/2007/relationships/diagramDrawing" Target="../diagrams/drawing5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17" Type="http://schemas.openxmlformats.org/officeDocument/2006/relationships/diagramData" Target="../diagrams/data5.xml"/><Relationship Id="rId2" Type="http://schemas.openxmlformats.org/officeDocument/2006/relationships/diagramData" Target="../diagrams/data2.xml"/><Relationship Id="rId16" Type="http://schemas.microsoft.com/office/2007/relationships/diagramDrawing" Target="../diagrams/drawing4.xml"/><Relationship Id="rId20" Type="http://schemas.openxmlformats.org/officeDocument/2006/relationships/diagramColors" Target="../diagrams/colors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5" Type="http://schemas.openxmlformats.org/officeDocument/2006/relationships/diagramColors" Target="../diagrams/colors4.xml"/><Relationship Id="rId10" Type="http://schemas.openxmlformats.org/officeDocument/2006/relationships/diagramColors" Target="../diagrams/colors3.xml"/><Relationship Id="rId19" Type="http://schemas.openxmlformats.org/officeDocument/2006/relationships/diagramQuickStyle" Target="../diagrams/quickStyle5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ijfcm.org/archive/volume/11/issue/2/article/14700" TargetMode="External"/><Relationship Id="rId2" Type="http://schemas.openxmlformats.org/officeDocument/2006/relationships/hyperlink" Target="https://worldpopulationreview.com/country-rankings/organ-donation-rates-by-country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mc.ncbi.nlm.nih.gov/articles/PMC7641390/" TargetMode="External"/><Relationship Id="rId4" Type="http://schemas.openxmlformats.org/officeDocument/2006/relationships/hyperlink" Target="https://www.researchgate.net/publication/359899574_A_Qualitative_Study_in_Family_Units_on_Organ_Donation_Attitude_Influencing_Factors_and_Communication_Patterns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75090"/>
            <a:ext cx="9144000" cy="1552356"/>
          </a:xfrm>
        </p:spPr>
        <p:txBody>
          <a:bodyPr>
            <a:noAutofit/>
          </a:bodyPr>
          <a:lstStyle/>
          <a:p>
            <a:r>
              <a:rPr lang="en-IN" sz="5000" dirty="0" err="1"/>
              <a:t>LifeLink</a:t>
            </a:r>
            <a:r>
              <a:rPr lang="en-IN" sz="5000" dirty="0"/>
              <a:t> : Secure API-Driven Multi-Channel Organ Pledge Registry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7411" y="4890977"/>
            <a:ext cx="3239387" cy="1222744"/>
          </a:xfrm>
        </p:spPr>
        <p:txBody>
          <a:bodyPr/>
          <a:lstStyle/>
          <a:p>
            <a:r>
              <a:rPr lang="en-IN" dirty="0"/>
              <a:t>Submitted By:</a:t>
            </a:r>
            <a:br>
              <a:rPr lang="en-IN" dirty="0"/>
            </a:br>
            <a:r>
              <a:rPr lang="en-IN" dirty="0"/>
              <a:t>Isha Negi</a:t>
            </a:r>
          </a:p>
          <a:p>
            <a:r>
              <a:rPr lang="en-IN" dirty="0"/>
              <a:t>2427030834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7875203" y="4883885"/>
            <a:ext cx="3239386" cy="12227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Supervised By:</a:t>
            </a:r>
            <a:br>
              <a:rPr lang="en-IN" dirty="0"/>
            </a:br>
            <a:r>
              <a:rPr lang="en-IN" dirty="0"/>
              <a:t>Dr. Bali Devi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527542" y="1258784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89512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Results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Outcome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References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267"/>
            <a:ext cx="10515600" cy="1325563"/>
          </a:xfrm>
        </p:spPr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57786"/>
            <a:ext cx="8539717" cy="519564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Organ donation saves lives, but in India—the gap between willingness to donate and actual donations remains large.</a:t>
            </a:r>
            <a:r>
              <a:rPr lang="en-US" b="1" dirty="0"/>
              <a:t> </a:t>
            </a:r>
            <a:r>
              <a:rPr lang="en-US" dirty="0"/>
              <a:t>National Organ and Tissue Transplant </a:t>
            </a:r>
            <a:r>
              <a:rPr lang="en-US" dirty="0" err="1"/>
              <a:t>Organisation</a:t>
            </a:r>
            <a:r>
              <a:rPr lang="en-US" dirty="0"/>
              <a:t> (NOTTO) is India’s central donor registry.</a:t>
            </a:r>
          </a:p>
          <a:p>
            <a:r>
              <a:rPr lang="en-US" dirty="0"/>
              <a:t>The donor registration/pledging is very low, leading to </a:t>
            </a:r>
            <a:r>
              <a:rPr lang="en-US" dirty="0">
                <a:hlinkClick r:id="rId3"/>
              </a:rPr>
              <a:t>very low actual transplants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Population of India - 1.4 billion</a:t>
            </a:r>
          </a:p>
          <a:p>
            <a:pPr lvl="1"/>
            <a:r>
              <a:rPr lang="en-US" dirty="0"/>
              <a:t>Pledges registered with </a:t>
            </a:r>
            <a:r>
              <a:rPr lang="en-US" b="1" dirty="0">
                <a:hlinkClick r:id="rId4"/>
              </a:rPr>
              <a:t>NOTTO</a:t>
            </a:r>
            <a:r>
              <a:rPr lang="en-US" b="1" dirty="0"/>
              <a:t> -  </a:t>
            </a:r>
            <a:r>
              <a:rPr lang="en-US" dirty="0"/>
              <a:t>487,898  (~0.03% of population)</a:t>
            </a:r>
          </a:p>
          <a:p>
            <a:pPr lvl="1"/>
            <a:r>
              <a:rPr lang="en-US" dirty="0"/>
              <a:t>Estimated brain deaths annually - 150,000 (majority 18–35 age group)</a:t>
            </a:r>
          </a:p>
          <a:p>
            <a:pPr lvl="1"/>
            <a:r>
              <a:rPr lang="en-US" dirty="0"/>
              <a:t>&lt;1% of potential brain deaths convert to actual donation</a:t>
            </a:r>
          </a:p>
          <a:p>
            <a:pPr lvl="1"/>
            <a:r>
              <a:rPr lang="en-US" dirty="0"/>
              <a:t>People waiting for transplant - 500000</a:t>
            </a:r>
          </a:p>
          <a:p>
            <a:pPr lvl="1"/>
            <a:r>
              <a:rPr lang="en-US" dirty="0"/>
              <a:t>Transplant – 18911 in 2024  </a:t>
            </a:r>
            <a:r>
              <a:rPr lang="en-US" u="sng" dirty="0">
                <a:hlinkClick r:id="rId5"/>
              </a:rPr>
              <a:t>NOTTO Report</a:t>
            </a:r>
            <a:endParaRPr lang="en-US" dirty="0"/>
          </a:p>
          <a:p>
            <a:r>
              <a:rPr lang="en-IN" dirty="0"/>
              <a:t>This project focuses on </a:t>
            </a:r>
            <a:r>
              <a:rPr lang="en-IN" u="sng" dirty="0"/>
              <a:t>start</a:t>
            </a:r>
            <a:r>
              <a:rPr lang="en-IN" dirty="0"/>
              <a:t> of the organ donation chain i.e. </a:t>
            </a:r>
            <a:r>
              <a:rPr lang="en-IN" b="1" u="sng" dirty="0"/>
              <a:t>pledging </a:t>
            </a:r>
            <a:r>
              <a:rPr lang="en-IN" dirty="0"/>
              <a:t>with a thought that </a:t>
            </a:r>
            <a:r>
              <a:rPr lang="en-IN" u="sng" dirty="0"/>
              <a:t>input drives the output</a:t>
            </a:r>
            <a:r>
              <a:rPr lang="en-IN" dirty="0"/>
              <a:t>. Other parts of the chain are out of scope of this project.</a:t>
            </a:r>
            <a:endParaRPr lang="en-IN" b="1" dirty="0"/>
          </a:p>
          <a:p>
            <a:pPr lvl="1"/>
            <a:endParaRPr lang="en-US" dirty="0"/>
          </a:p>
          <a:p>
            <a:endParaRPr lang="en-IN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A50660E-FFA6-3487-EB23-B425C28009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2554107"/>
              </p:ext>
            </p:extLst>
          </p:nvPr>
        </p:nvGraphicFramePr>
        <p:xfrm>
          <a:off x="7766878" y="819057"/>
          <a:ext cx="5809974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8EFFB-CAFC-4C71-F37C-ACAB858A5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1B3E6-B7D1-D2AA-7540-CF9D7456E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129DF4-34EC-AB07-BB3B-B473054956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7632"/>
            <a:ext cx="10800522" cy="481810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Current organ donor registration/pledging systems in India suffers from below key structural problems </a:t>
            </a:r>
            <a:r>
              <a:rPr lang="en-US" b="1" dirty="0"/>
              <a:t>- </a:t>
            </a:r>
            <a:endParaRPr lang="en-US" dirty="0"/>
          </a:p>
          <a:p>
            <a:pPr lvl="1"/>
            <a:r>
              <a:rPr lang="en-US" dirty="0"/>
              <a:t>Passive standalone and static (not event driven) Single primary pledge channel through NOTTO/NGO/State websites</a:t>
            </a:r>
          </a:p>
          <a:p>
            <a:pPr lvl="1"/>
            <a:r>
              <a:rPr lang="en-US" dirty="0"/>
              <a:t>No multi-touch point government/public integration leading to pledging like Driving License integration, ABHA integration (Ayushman Bharat Health Account), Passport Seva integration, ITR filing integration.</a:t>
            </a:r>
          </a:p>
          <a:p>
            <a:pPr lvl="1"/>
            <a:r>
              <a:rPr lang="en-US" dirty="0"/>
              <a:t>Low awareness and accessibility; unawareness of process and entry points</a:t>
            </a:r>
          </a:p>
          <a:p>
            <a:pPr lvl="1"/>
            <a:r>
              <a:rPr lang="en-US" dirty="0"/>
              <a:t>Family override problem - Even if pledged, family refusal rate remains high, mainly because families are often unaware of pledge. Indian law mandates family consent, even if the deceased had pledged.</a:t>
            </a:r>
          </a:p>
          <a:p>
            <a:r>
              <a:rPr lang="en-US" dirty="0"/>
              <a:t>This project proposes to address these reasons to increase number of pledges and hence increase the donor pool, which in turn will increase transplants.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28616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5F665-7E3B-0A75-0EE5-8FA0D35D2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531088"/>
            <a:ext cx="10687493" cy="4645875"/>
          </a:xfrm>
        </p:spPr>
        <p:txBody>
          <a:bodyPr>
            <a:normAutofit/>
          </a:bodyPr>
          <a:lstStyle/>
          <a:p>
            <a:r>
              <a:rPr lang="en-US" dirty="0"/>
              <a:t>Pledges registered with India’s </a:t>
            </a:r>
            <a:r>
              <a:rPr lang="en-US" b="1" dirty="0">
                <a:hlinkClick r:id="rId3"/>
              </a:rPr>
              <a:t>NOTTO</a:t>
            </a:r>
            <a:r>
              <a:rPr lang="en-US" b="1" dirty="0"/>
              <a:t> are very low </a:t>
            </a:r>
            <a:r>
              <a:rPr lang="en-US" dirty="0"/>
              <a:t>(~0.03%) </a:t>
            </a:r>
          </a:p>
          <a:p>
            <a:r>
              <a:rPr lang="en-US" dirty="0"/>
              <a:t>There are multiple </a:t>
            </a:r>
            <a:r>
              <a:rPr lang="en-US" dirty="0">
                <a:hlinkClick r:id="rId4"/>
              </a:rPr>
              <a:t>factors affecting </a:t>
            </a:r>
            <a:r>
              <a:rPr lang="en-US" dirty="0"/>
              <a:t>it – </a:t>
            </a:r>
            <a:r>
              <a:rPr lang="en-US" b="1" dirty="0">
                <a:highlight>
                  <a:srgbClr val="00FFFF"/>
                </a:highlight>
              </a:rPr>
              <a:t>outreach and convenience of process</a:t>
            </a:r>
            <a:r>
              <a:rPr lang="en-US" dirty="0"/>
              <a:t>, </a:t>
            </a:r>
            <a:r>
              <a:rPr lang="en-US" dirty="0">
                <a:hlinkClick r:id="rId5"/>
              </a:rPr>
              <a:t>belief</a:t>
            </a:r>
            <a:r>
              <a:rPr lang="en-US" dirty="0"/>
              <a:t>, personal values, legal, ethical etc.</a:t>
            </a:r>
          </a:p>
          <a:p>
            <a:r>
              <a:rPr lang="en-US" dirty="0"/>
              <a:t>Other Opt-in countries have much higher donor registrations e.g. </a:t>
            </a:r>
            <a:r>
              <a:rPr lang="en-US" dirty="0">
                <a:hlinkClick r:id="rId6"/>
              </a:rPr>
              <a:t>USA</a:t>
            </a:r>
            <a:r>
              <a:rPr lang="en-US" dirty="0"/>
              <a:t> - 51%; </a:t>
            </a:r>
            <a:r>
              <a:rPr lang="en-US" dirty="0">
                <a:hlinkClick r:id="rId7"/>
              </a:rPr>
              <a:t>Australia</a:t>
            </a:r>
            <a:r>
              <a:rPr lang="en-US" dirty="0"/>
              <a:t> - 36%, </a:t>
            </a:r>
            <a:r>
              <a:rPr lang="en-US" dirty="0">
                <a:hlinkClick r:id="rId8"/>
              </a:rPr>
              <a:t>Israel</a:t>
            </a:r>
            <a:r>
              <a:rPr lang="en-US" dirty="0"/>
              <a:t> – 10%, </a:t>
            </a:r>
            <a:r>
              <a:rPr lang="en-US" dirty="0">
                <a:hlinkClick r:id="rId9"/>
              </a:rPr>
              <a:t>India</a:t>
            </a:r>
            <a:r>
              <a:rPr lang="en-US" dirty="0"/>
              <a:t> – 0.03%</a:t>
            </a:r>
          </a:p>
          <a:p>
            <a:r>
              <a:rPr lang="en-US" dirty="0"/>
              <a:t>Channels for pledging other that state registry websites – </a:t>
            </a:r>
          </a:p>
          <a:p>
            <a:pPr lvl="1"/>
            <a:r>
              <a:rPr lang="en-US" dirty="0"/>
              <a:t>USA – Driving license registration, Apple Health app, Healthcare portals, Tax filing (in some states)</a:t>
            </a:r>
          </a:p>
          <a:p>
            <a:pPr lvl="1"/>
            <a:r>
              <a:rPr lang="en-IN" dirty="0"/>
              <a:t>Australia - </a:t>
            </a:r>
            <a:r>
              <a:rPr lang="en-US" dirty="0"/>
              <a:t>Driving license registration, Medicare enrollment</a:t>
            </a:r>
          </a:p>
          <a:p>
            <a:pPr lvl="1"/>
            <a:r>
              <a:rPr lang="en-US" dirty="0"/>
              <a:t>Canada - Driving license registration, Health card renewal, Health insurance portals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A239B-0A94-AF2E-B513-48DB59D2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01B72-B464-5529-A9CC-621C8EABDF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55FF7-BE9F-0047-1163-DB525B7FA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444"/>
            <a:ext cx="10515600" cy="4351338"/>
          </a:xfrm>
        </p:spPr>
        <p:txBody>
          <a:bodyPr/>
          <a:lstStyle/>
          <a:p>
            <a:r>
              <a:rPr lang="en-IN" dirty="0"/>
              <a:t>Multiple integrated pathways for organ donation registration increases overall reach and convenience and lead to higher registered donor numbers than relying on single channel.  </a:t>
            </a:r>
            <a:r>
              <a:rPr lang="en-IN" dirty="0">
                <a:hlinkClick r:id="rId2"/>
              </a:rPr>
              <a:t>Ref1</a:t>
            </a:r>
            <a:r>
              <a:rPr lang="en-IN" dirty="0"/>
              <a:t> </a:t>
            </a:r>
          </a:p>
          <a:p>
            <a:r>
              <a:rPr lang="en-IN" dirty="0"/>
              <a:t> </a:t>
            </a:r>
            <a:r>
              <a:rPr lang="en-US" dirty="0"/>
              <a:t>Use of online platforms and social media increases engagement &amp; donor registrations.</a:t>
            </a:r>
            <a:r>
              <a:rPr lang="en-IN" dirty="0"/>
              <a:t>   </a:t>
            </a:r>
            <a:r>
              <a:rPr lang="en-IN" dirty="0">
                <a:hlinkClick r:id="rId3"/>
              </a:rPr>
              <a:t>Ref2</a:t>
            </a:r>
            <a:endParaRPr lang="en-IN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>
                <a:highlight>
                  <a:srgbClr val="00FFFF"/>
                </a:highlight>
                <a:hlinkClick r:id="rId4"/>
              </a:rPr>
              <a:t>Increasing donor registrations as a means to increase transplants</a:t>
            </a:r>
            <a:r>
              <a:rPr lang="en-US" dirty="0">
                <a:highlight>
                  <a:srgbClr val="00FFFF"/>
                </a:highlight>
              </a:rPr>
              <a:t>.</a:t>
            </a:r>
          </a:p>
          <a:p>
            <a:r>
              <a:rPr lang="en-US" dirty="0"/>
              <a:t> </a:t>
            </a:r>
            <a:r>
              <a:rPr lang="en-US" dirty="0">
                <a:hlinkClick r:id="rId5"/>
              </a:rPr>
              <a:t>Annual Data Report </a:t>
            </a:r>
            <a:r>
              <a:rPr lang="en-US" dirty="0"/>
              <a:t>shows</a:t>
            </a:r>
            <a:r>
              <a:rPr lang="en-US" dirty="0">
                <a:highlight>
                  <a:srgbClr val="00FFFF"/>
                </a:highlight>
              </a:rPr>
              <a:t> More Donors → More Transplants</a:t>
            </a:r>
          </a:p>
          <a:p>
            <a:r>
              <a:rPr lang="en-US" dirty="0"/>
              <a:t>One of the </a:t>
            </a:r>
            <a:r>
              <a:rPr lang="en-US" dirty="0">
                <a:hlinkClick r:id="rId6"/>
              </a:rPr>
              <a:t>Causes of family refusal for organ donation</a:t>
            </a:r>
            <a:r>
              <a:rPr lang="en-US" dirty="0"/>
              <a:t> is lack of awareness regarding the patient’s wishes about donation. </a:t>
            </a:r>
            <a:r>
              <a:rPr lang="en-US" dirty="0">
                <a:hlinkClick r:id="rId7"/>
              </a:rPr>
              <a:t>Ref3</a:t>
            </a:r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1705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027EF-B557-16B0-27A6-57C2E728F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22A5E-E0DF-95B4-5663-7F424214F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3AAD2-1882-FC29-FE2A-55309B1C0A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0444"/>
            <a:ext cx="10515600" cy="4351338"/>
          </a:xfrm>
        </p:spPr>
        <p:txBody>
          <a:bodyPr/>
          <a:lstStyle/>
          <a:p>
            <a:r>
              <a:rPr lang="en-US" dirty="0">
                <a:hlinkClick r:id="rId2"/>
              </a:rPr>
              <a:t>UNOS/</a:t>
            </a:r>
            <a:r>
              <a:rPr lang="en-US" dirty="0" err="1">
                <a:hlinkClick r:id="rId2"/>
              </a:rPr>
              <a:t>UNet</a:t>
            </a:r>
            <a:r>
              <a:rPr lang="en-US" dirty="0">
                <a:hlinkClick r:id="rId2"/>
              </a:rPr>
              <a:t> APIs </a:t>
            </a:r>
            <a:r>
              <a:rPr lang="en-US" dirty="0"/>
              <a:t>reference for registry data exchange.</a:t>
            </a:r>
          </a:p>
          <a:p>
            <a:r>
              <a:rPr lang="en-IN" dirty="0" err="1">
                <a:hlinkClick r:id="rId3"/>
              </a:rPr>
              <a:t>UNeT</a:t>
            </a:r>
            <a:r>
              <a:rPr lang="en-IN" dirty="0">
                <a:hlinkClick r:id="rId3"/>
              </a:rPr>
              <a:t> API Docs</a:t>
            </a:r>
            <a:endParaRPr lang="en-IN" dirty="0"/>
          </a:p>
          <a:p>
            <a:r>
              <a:rPr lang="en-US" dirty="0">
                <a:hlinkClick r:id="rId4"/>
              </a:rPr>
              <a:t>Smart Blockchain-Based Organ Donation System for Secure Donor-Recipient Matching</a:t>
            </a:r>
            <a:r>
              <a:rPr lang="en-US" dirty="0"/>
              <a:t>  (does not focus on pledging)</a:t>
            </a:r>
          </a:p>
          <a:p>
            <a:r>
              <a:rPr lang="en-US" dirty="0"/>
              <a:t>No technical research paper found in organ pledging domain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78505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635684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/>
              <a:t>Absence of multiple digital channels integrated with organ donation registration system is major cause of critically low number of registrations </a:t>
            </a:r>
            <a:r>
              <a:rPr lang="en-US" dirty="0"/>
              <a:t>because it reduces participation and conversion of willing individuals into confirmed pledgers.  This </a:t>
            </a:r>
            <a:r>
              <a:rPr lang="en-IN" dirty="0"/>
              <a:t>limits the pool of potential donors despite high transplant demands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Also</a:t>
            </a:r>
            <a:r>
              <a:rPr lang="en-US" b="1" dirty="0"/>
              <a:t>, Lack of knowledge of patient’s pledge </a:t>
            </a:r>
            <a:r>
              <a:rPr lang="en-US" dirty="0"/>
              <a:t>leads to family refusal for organ donation.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project aims at increasing donation pledges using digital engineering by  increasing </a:t>
            </a:r>
            <a:r>
              <a:rPr lang="en-US" b="1" dirty="0"/>
              <a:t>outreach and convenience of the pledging process as a part of actions they already perform, </a:t>
            </a:r>
            <a:r>
              <a:rPr lang="en-US" dirty="0"/>
              <a:t>to attack the problem at the root. 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>
                <a:highlight>
                  <a:srgbClr val="00FFFF"/>
                </a:highlight>
              </a:rPr>
              <a:t>More Donor Registrations → More Transplants</a:t>
            </a: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11960"/>
            <a:ext cx="10515600" cy="1080903"/>
          </a:xfrm>
        </p:spPr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434"/>
            <a:ext cx="10515600" cy="5061101"/>
          </a:xfrm>
        </p:spPr>
        <p:txBody>
          <a:bodyPr>
            <a:noAutofit/>
          </a:bodyPr>
          <a:lstStyle/>
          <a:p>
            <a:r>
              <a:rPr lang="en-US" sz="2200" b="1" dirty="0"/>
              <a:t>Develop a secure API-driven digital organ pledge central registry </a:t>
            </a:r>
            <a:r>
              <a:rPr lang="en-US" sz="2200" dirty="0"/>
              <a:t>to streamline and verify online pledge submissions, addressing the low number of registered donors. Central registry is the </a:t>
            </a:r>
            <a:r>
              <a:rPr lang="en-US" sz="2200" u="sng" dirty="0"/>
              <a:t>only</a:t>
            </a:r>
            <a:r>
              <a:rPr lang="en-US" sz="2200" dirty="0"/>
              <a:t> pledge data store.</a:t>
            </a:r>
          </a:p>
          <a:p>
            <a:r>
              <a:rPr lang="en-US" sz="2200" b="1" dirty="0"/>
              <a:t>Design a two-level multi-channel integration model </a:t>
            </a:r>
            <a:r>
              <a:rPr lang="en-US" sz="2200" dirty="0"/>
              <a:t>to spread outreach and  overcome limited accessibility caused by single-source registration. </a:t>
            </a:r>
            <a:r>
              <a:rPr lang="en-US" sz="2200" b="1" dirty="0"/>
              <a:t>Designing data handling as per the law and policy</a:t>
            </a:r>
          </a:p>
          <a:p>
            <a:pPr lvl="1"/>
            <a:r>
              <a:rPr lang="en-US" sz="2200" dirty="0"/>
              <a:t>National level - Government services platforms submit pledge data directly to the central registry via APIs </a:t>
            </a:r>
            <a:r>
              <a:rPr lang="en-US" sz="2200" u="sng" dirty="0"/>
              <a:t>without local storage </a:t>
            </a:r>
            <a:r>
              <a:rPr lang="en-US" sz="2200" dirty="0"/>
              <a:t>(Government policy-driven) </a:t>
            </a:r>
          </a:p>
          <a:p>
            <a:pPr lvl="1"/>
            <a:r>
              <a:rPr lang="en-US" sz="2200" dirty="0"/>
              <a:t>Local level  - Institution-led pledge facilitation model through redirection </a:t>
            </a:r>
            <a:r>
              <a:rPr lang="en-US" sz="2200" u="sng" dirty="0"/>
              <a:t>without any data handling </a:t>
            </a:r>
            <a:r>
              <a:rPr lang="en-US" sz="2200" dirty="0"/>
              <a:t>(Institutional/corporate authorities driven)</a:t>
            </a:r>
          </a:p>
          <a:p>
            <a:r>
              <a:rPr lang="en-US" sz="2200" b="1" dirty="0"/>
              <a:t>Design and implement an audit and traceability framework</a:t>
            </a:r>
            <a:r>
              <a:rPr lang="en-US" sz="2200" dirty="0"/>
              <a:t> to maintain transparent record-keeping, addressing trust gaps in digital organ pledging systems.</a:t>
            </a:r>
          </a:p>
          <a:p>
            <a:r>
              <a:rPr lang="en-US" sz="2200" b="1" dirty="0"/>
              <a:t>Incorporate analytics and reporting modules </a:t>
            </a:r>
            <a:r>
              <a:rPr lang="en-US" sz="2200" dirty="0"/>
              <a:t>to monitor pledge trends and channels impact, supporting data-driven strategies</a:t>
            </a:r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E8E77-F3E2-57D7-A278-8B112B5C5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3CB1B-8620-22D7-1635-FDCF0196E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795"/>
            <a:ext cx="10515600" cy="1325563"/>
          </a:xfrm>
        </p:spPr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741D5-1147-8C7F-655E-CE7EF5C9D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2863"/>
            <a:ext cx="10515600" cy="47309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Modules/Applications to  Build</a:t>
            </a:r>
          </a:p>
          <a:p>
            <a:r>
              <a:rPr lang="en-IN" sz="2400" dirty="0"/>
              <a:t>Simulated Regional Transport Office (RTO) portal → Webpage </a:t>
            </a:r>
          </a:p>
          <a:p>
            <a:r>
              <a:rPr lang="en-IN" sz="2400" dirty="0"/>
              <a:t>Simulated College portal → Webpage</a:t>
            </a:r>
          </a:p>
          <a:p>
            <a:r>
              <a:rPr lang="en-IN" sz="2400" dirty="0"/>
              <a:t>Registry system → Full application:</a:t>
            </a:r>
          </a:p>
          <a:p>
            <a:pPr lvl="1"/>
            <a:r>
              <a:rPr lang="en-IN" dirty="0"/>
              <a:t>Backend (API + business logic)</a:t>
            </a:r>
          </a:p>
          <a:p>
            <a:pPr lvl="1"/>
            <a:r>
              <a:rPr lang="en-IN" dirty="0"/>
              <a:t>Database </a:t>
            </a:r>
          </a:p>
          <a:p>
            <a:pPr lvl="1"/>
            <a:r>
              <a:rPr lang="en-IN" dirty="0"/>
              <a:t>Frontend: registry pledge form + admin dashboard</a:t>
            </a:r>
          </a:p>
          <a:p>
            <a:pPr lvl="1"/>
            <a:r>
              <a:rPr lang="en-IN" dirty="0" err="1"/>
              <a:t>Recieve</a:t>
            </a:r>
            <a:r>
              <a:rPr lang="en-IN" dirty="0"/>
              <a:t> API  data and send  API acknowledgment</a:t>
            </a:r>
          </a:p>
          <a:p>
            <a:pPr lvl="1"/>
            <a:r>
              <a:rPr lang="en-IN" dirty="0"/>
              <a:t>Family notification module </a:t>
            </a:r>
          </a:p>
          <a:p>
            <a:pPr lvl="1"/>
            <a:r>
              <a:rPr lang="en-IN" dirty="0"/>
              <a:t>Digital donor card generation module</a:t>
            </a:r>
          </a:p>
          <a:p>
            <a:pPr lvl="1"/>
            <a:r>
              <a:rPr lang="en-IN" dirty="0"/>
              <a:t>Creates anonymized data for analytics</a:t>
            </a:r>
          </a:p>
          <a:p>
            <a:r>
              <a:rPr lang="en-IN" sz="2400" dirty="0"/>
              <a:t>Analytics module - reads anonymized data, generates analytical dashboards</a:t>
            </a:r>
          </a:p>
        </p:txBody>
      </p:sp>
    </p:spTree>
    <p:extLst>
      <p:ext uri="{BB962C8B-B14F-4D97-AF65-F5344CB8AC3E}">
        <p14:creationId xmlns:p14="http://schemas.microsoft.com/office/powerpoint/2010/main" val="3507992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86879"/>
            <a:ext cx="10515600" cy="1325563"/>
          </a:xfrm>
        </p:spPr>
        <p:txBody>
          <a:bodyPr/>
          <a:lstStyle/>
          <a:p>
            <a:r>
              <a:rPr lang="en-IN" dirty="0"/>
              <a:t>Proposed Methodology - workflow</a:t>
            </a: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A74E0E20-B0F9-30DD-2C81-CED80B0BD2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05463359"/>
              </p:ext>
            </p:extLst>
          </p:nvPr>
        </p:nvGraphicFramePr>
        <p:xfrm>
          <a:off x="2118420" y="1073824"/>
          <a:ext cx="4287874" cy="47103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B4117E0B-0EC4-8EA4-EC74-F10C260A671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3078244"/>
              </p:ext>
            </p:extLst>
          </p:nvPr>
        </p:nvGraphicFramePr>
        <p:xfrm>
          <a:off x="-520907" y="1189019"/>
          <a:ext cx="4287874" cy="52370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4" name="Arrow: Right 13">
            <a:extLst>
              <a:ext uri="{FF2B5EF4-FFF2-40B4-BE49-F238E27FC236}">
                <a16:creationId xmlns:a16="http://schemas.microsoft.com/office/drawing/2014/main" id="{7E697A01-6617-1965-3509-A7D33D67AA80}"/>
              </a:ext>
            </a:extLst>
          </p:cNvPr>
          <p:cNvSpPr/>
          <p:nvPr/>
        </p:nvSpPr>
        <p:spPr>
          <a:xfrm>
            <a:off x="9226229" y="2007196"/>
            <a:ext cx="566657" cy="431139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226FFF5-DEA3-AB05-DCB0-905DA93CC040}"/>
              </a:ext>
            </a:extLst>
          </p:cNvPr>
          <p:cNvSpPr/>
          <p:nvPr/>
        </p:nvSpPr>
        <p:spPr>
          <a:xfrm>
            <a:off x="2794773" y="5840364"/>
            <a:ext cx="3228638" cy="418196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40C4B71D-F051-2B38-22AE-AC9C092053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1468770"/>
              </p:ext>
            </p:extLst>
          </p:nvPr>
        </p:nvGraphicFramePr>
        <p:xfrm>
          <a:off x="8926358" y="1674941"/>
          <a:ext cx="3566515" cy="2672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98F6DB85-04FB-E0B4-7419-DBF94008F3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3791509"/>
              </p:ext>
            </p:extLst>
          </p:nvPr>
        </p:nvGraphicFramePr>
        <p:xfrm>
          <a:off x="5997591" y="1015582"/>
          <a:ext cx="3158873" cy="5410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F7EC248-3ADB-09E4-1599-2209D1B130A9}"/>
              </a:ext>
            </a:extLst>
          </p:cNvPr>
          <p:cNvSpPr/>
          <p:nvPr/>
        </p:nvSpPr>
        <p:spPr>
          <a:xfrm>
            <a:off x="6033685" y="1186838"/>
            <a:ext cx="3158873" cy="533581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/>
              <a:t>Registry Backend</a:t>
            </a:r>
          </a:p>
          <a:p>
            <a:pPr algn="ctr"/>
            <a:endParaRPr lang="en-US" b="1" dirty="0"/>
          </a:p>
          <a:p>
            <a:pPr algn="ctr"/>
            <a:r>
              <a:rPr lang="en-US" dirty="0"/>
              <a:t>Receives pledge data via API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Stores pledge + Donor ID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Send API acknowledgement to RTO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Digital Donor Card generation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Send family notification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Export anonymized data to Data Lake</a:t>
            </a:r>
          </a:p>
          <a:p>
            <a:pPr algn="ctr"/>
            <a:endParaRPr lang="en-US" dirty="0"/>
          </a:p>
        </p:txBody>
      </p:sp>
      <p:sp>
        <p:nvSpPr>
          <p:cNvPr id="8" name="Arrow: Left-Right 7">
            <a:extLst>
              <a:ext uri="{FF2B5EF4-FFF2-40B4-BE49-F238E27FC236}">
                <a16:creationId xmlns:a16="http://schemas.microsoft.com/office/drawing/2014/main" id="{4AB600A4-8613-FD34-1533-1403370A244F}"/>
              </a:ext>
            </a:extLst>
          </p:cNvPr>
          <p:cNvSpPr/>
          <p:nvPr/>
        </p:nvSpPr>
        <p:spPr>
          <a:xfrm>
            <a:off x="5434873" y="5237922"/>
            <a:ext cx="580765" cy="361494"/>
          </a:xfrm>
          <a:prstGeom prst="left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ACE9A-1828-8F03-6FCC-29733A516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E8629-0433-B2BE-6756-7258C4E96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795"/>
            <a:ext cx="10515600" cy="1325563"/>
          </a:xfrm>
        </p:spPr>
        <p:txBody>
          <a:bodyPr/>
          <a:lstStyle/>
          <a:p>
            <a:r>
              <a:rPr lang="en-IN" dirty="0"/>
              <a:t>Proposed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96A6F-CEC4-77A3-006B-04AA6ECBB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68270"/>
            <a:ext cx="10515600" cy="473093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400" b="1" dirty="0"/>
              <a:t>Technology Stack</a:t>
            </a:r>
          </a:p>
          <a:p>
            <a:r>
              <a:rPr lang="en-IN" sz="2400" dirty="0"/>
              <a:t>Simulated RTO and local institution portal → HTML + JavaScript</a:t>
            </a:r>
          </a:p>
          <a:p>
            <a:r>
              <a:rPr lang="en-IN" sz="2400" dirty="0"/>
              <a:t>REST APIs over HTTPs, JWT with JSON payload </a:t>
            </a:r>
          </a:p>
          <a:p>
            <a:r>
              <a:rPr lang="en-IN" sz="2400" dirty="0"/>
              <a:t>Database </a:t>
            </a:r>
          </a:p>
          <a:p>
            <a:r>
              <a:rPr lang="en-IN" sz="2400" dirty="0"/>
              <a:t>Registry Frontend – React.js</a:t>
            </a:r>
          </a:p>
          <a:p>
            <a:r>
              <a:rPr lang="en-IN" sz="2400" dirty="0"/>
              <a:t>Registry Backend – Python/Flask   or   Java/</a:t>
            </a:r>
            <a:r>
              <a:rPr lang="en-IN" sz="2400" dirty="0" err="1"/>
              <a:t>SpringBoot</a:t>
            </a:r>
            <a:endParaRPr lang="en-IN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76595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C9FAE-C685-2942-D3D4-216A6AC1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B33A6-B209-82E0-3AC4-ED0F2117C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D4913-00D1-0B0F-38B7-C226FBBC3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Currently this is a structured prototype,  high level system design and workflow.</a:t>
            </a:r>
          </a:p>
          <a:p>
            <a:pPr marL="0" indent="0">
              <a:buNone/>
            </a:pPr>
            <a:r>
              <a:rPr lang="en-US" dirty="0"/>
              <a:t>The next phase involves development and database integration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5671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19452-3000-DF4A-F633-2C06CB0E4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Outcome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084D1-BF8A-599C-4DEE-5FD15C78EC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30023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Aiming for -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Real Time Deployment of prototype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Research </a:t>
            </a:r>
            <a:r>
              <a:rPr lang="en-US"/>
              <a:t>Paper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49569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Organ Donation Rates by Country 2026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Cadaveric Organ donation: Indian perspective</a:t>
            </a:r>
            <a:endParaRPr lang="en-US" dirty="0"/>
          </a:p>
          <a:p>
            <a:pPr marL="0" indent="0">
              <a:buNone/>
            </a:pPr>
            <a:r>
              <a:rPr lang="en-IN" dirty="0">
                <a:hlinkClick r:id="rId4"/>
              </a:rPr>
              <a:t>A qualitative study in family units on organ donation</a:t>
            </a:r>
            <a:endParaRPr lang="en-IN" dirty="0"/>
          </a:p>
          <a:p>
            <a:pPr marL="0" indent="0">
              <a:buNone/>
            </a:pPr>
            <a:r>
              <a:rPr lang="en-US" dirty="0">
                <a:hlinkClick r:id="rId5"/>
              </a:rPr>
              <a:t>Estimating the effect of focused donor registrations efforts on the number of organ donors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8467"/>
            <a:ext cx="5257800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f4beacd-b7aa-49b2-aaa1-b8525cb257e0}" enabled="0" method="" siteId="{1f4beacd-b7aa-49b2-aaa1-b8525cb257e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6293</TotalTime>
  <Words>1121</Words>
  <Application>Microsoft Office PowerPoint</Application>
  <PresentationFormat>Widescreen</PresentationFormat>
  <Paragraphs>133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LifeLink : Secure API-Driven Multi-Channel Organ Pledge Registry</vt:lpstr>
      <vt:lpstr>Outline</vt:lpstr>
      <vt:lpstr>Introduction</vt:lpstr>
      <vt:lpstr>Introduction </vt:lpstr>
      <vt:lpstr>Literature Review</vt:lpstr>
      <vt:lpstr>Literature Review</vt:lpstr>
      <vt:lpstr>Literature Review</vt:lpstr>
      <vt:lpstr>Problem Statement</vt:lpstr>
      <vt:lpstr>Objectives</vt:lpstr>
      <vt:lpstr>Proposed Methodology</vt:lpstr>
      <vt:lpstr>Proposed Methodology - workflow</vt:lpstr>
      <vt:lpstr>Proposed Methodology</vt:lpstr>
      <vt:lpstr>Result </vt:lpstr>
      <vt:lpstr>Outcome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Madhu Kashyap Negi</cp:lastModifiedBy>
  <cp:revision>8</cp:revision>
  <dcterms:created xsi:type="dcterms:W3CDTF">2025-09-29T05:03:41Z</dcterms:created>
  <dcterms:modified xsi:type="dcterms:W3CDTF">2026-02-19T05:18:36Z</dcterms:modified>
</cp:coreProperties>
</file>